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3" r:id="rId13"/>
    <p:sldId id="352" r:id="rId14"/>
    <p:sldId id="355" r:id="rId15"/>
    <p:sldId id="354" r:id="rId16"/>
    <p:sldId id="356" r:id="rId17"/>
    <p:sldId id="357" r:id="rId18"/>
    <p:sldId id="361" r:id="rId19"/>
    <p:sldId id="371" r:id="rId20"/>
    <p:sldId id="372" r:id="rId21"/>
    <p:sldId id="373" r:id="rId22"/>
    <p:sldId id="362" r:id="rId23"/>
    <p:sldId id="368" r:id="rId24"/>
    <p:sldId id="374" r:id="rId25"/>
    <p:sldId id="375" r:id="rId26"/>
    <p:sldId id="366" r:id="rId27"/>
    <p:sldId id="369" r:id="rId28"/>
    <p:sldId id="370" r:id="rId29"/>
  </p:sldIdLst>
  <p:sldSz cx="9144000" cy="5143500" type="screen16x9"/>
  <p:notesSz cx="6810375" cy="99425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7642"/>
    <a:srgbClr val="F07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B25C4-79D8-4D6F-B752-CF633D48BB0E}" v="78" dt="2026-03-19T13:05:55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to, E. (Elia)" userId="6fe7f718-cb57-44f9-a1ed-36f4e9579e92" providerId="ADAL" clId="{D4D5A039-4906-4233-9861-5412901212BF}"/>
    <pc:docChg chg="undo custSel addSld delSld modSld">
      <pc:chgData name="Gonzato, E. (Elia)" userId="6fe7f718-cb57-44f9-a1ed-36f4e9579e92" providerId="ADAL" clId="{D4D5A039-4906-4233-9861-5412901212BF}" dt="2026-03-19T13:05:55.487" v="706"/>
      <pc:docMkLst>
        <pc:docMk/>
      </pc:docMkLst>
      <pc:sldChg chg="addSp delSp modSp mod">
        <pc:chgData name="Gonzato, E. (Elia)" userId="6fe7f718-cb57-44f9-a1ed-36f4e9579e92" providerId="ADAL" clId="{D4D5A039-4906-4233-9861-5412901212BF}" dt="2026-03-19T12:58:54.855" v="679" actId="1076"/>
        <pc:sldMkLst>
          <pc:docMk/>
          <pc:sldMk cId="0" sldId="256"/>
        </pc:sldMkLst>
        <pc:spChg chg="add">
          <ac:chgData name="Gonzato, E. (Elia)" userId="6fe7f718-cb57-44f9-a1ed-36f4e9579e92" providerId="ADAL" clId="{D4D5A039-4906-4233-9861-5412901212BF}" dt="2026-03-19T12:58:34.865" v="671"/>
          <ac:spMkLst>
            <pc:docMk/>
            <pc:sldMk cId="0" sldId="256"/>
            <ac:spMk id="2" creationId="{F03A58FA-8C6F-5A5B-0932-02173DD3A98B}"/>
          </ac:spMkLst>
        </pc:spChg>
        <pc:spChg chg="add del mod">
          <ac:chgData name="Gonzato, E. (Elia)" userId="6fe7f718-cb57-44f9-a1ed-36f4e9579e92" providerId="ADAL" clId="{D4D5A039-4906-4233-9861-5412901212BF}" dt="2026-03-17T13:43:53.967" v="643" actId="207"/>
          <ac:spMkLst>
            <pc:docMk/>
            <pc:sldMk cId="0" sldId="256"/>
            <ac:spMk id="7" creationId="{CA56C7FE-A59E-EE36-CE75-8E52A7AC0ED2}"/>
          </ac:spMkLst>
        </pc:spChg>
        <pc:spChg chg="add del mod">
          <ac:chgData name="Gonzato, E. (Elia)" userId="6fe7f718-cb57-44f9-a1ed-36f4e9579e92" providerId="ADAL" clId="{D4D5A039-4906-4233-9861-5412901212BF}" dt="2026-03-17T13:43:53.967" v="643" actId="207"/>
          <ac:spMkLst>
            <pc:docMk/>
            <pc:sldMk cId="0" sldId="256"/>
            <ac:spMk id="9" creationId="{3F24BD34-9701-85E9-36C7-4705F0D98893}"/>
          </ac:spMkLst>
        </pc:spChg>
        <pc:spChg chg="add del mod">
          <ac:chgData name="Gonzato, E. (Elia)" userId="6fe7f718-cb57-44f9-a1ed-36f4e9579e92" providerId="ADAL" clId="{D4D5A039-4906-4233-9861-5412901212BF}" dt="2026-03-17T13:43:53.967" v="643" actId="207"/>
          <ac:spMkLst>
            <pc:docMk/>
            <pc:sldMk cId="0" sldId="256"/>
            <ac:spMk id="10" creationId="{CD0F9C87-8331-E1D0-A172-255C86E33DA4}"/>
          </ac:spMkLst>
        </pc:spChg>
        <pc:spChg chg="add del mod">
          <ac:chgData name="Gonzato, E. (Elia)" userId="6fe7f718-cb57-44f9-a1ed-36f4e9579e92" providerId="ADAL" clId="{D4D5A039-4906-4233-9861-5412901212BF}" dt="2026-03-17T13:43:53.967" v="643" actId="207"/>
          <ac:spMkLst>
            <pc:docMk/>
            <pc:sldMk cId="0" sldId="256"/>
            <ac:spMk id="18" creationId="{2AF2237B-2602-5B6E-3FE4-7724D41A9D41}"/>
          </ac:spMkLst>
        </pc:spChg>
        <pc:spChg chg="add del mod">
          <ac:chgData name="Gonzato, E. (Elia)" userId="6fe7f718-cb57-44f9-a1ed-36f4e9579e92" providerId="ADAL" clId="{D4D5A039-4906-4233-9861-5412901212BF}" dt="2026-03-17T13:43:53.967" v="643" actId="207"/>
          <ac:spMkLst>
            <pc:docMk/>
            <pc:sldMk cId="0" sldId="256"/>
            <ac:spMk id="19" creationId="{1DFE03F0-E2DE-605F-25BF-CB08BB0B1768}"/>
          </ac:spMkLst>
        </pc:spChg>
        <pc:spChg chg="add mod">
          <ac:chgData name="Gonzato, E. (Elia)" userId="6fe7f718-cb57-44f9-a1ed-36f4e9579e92" providerId="ADAL" clId="{D4D5A039-4906-4233-9861-5412901212BF}" dt="2026-03-17T13:43:59.016" v="644"/>
          <ac:spMkLst>
            <pc:docMk/>
            <pc:sldMk cId="0" sldId="256"/>
            <ac:spMk id="23" creationId="{94445683-BCF8-E8A0-C43C-7622D3341B90}"/>
          </ac:spMkLst>
        </pc:spChg>
        <pc:spChg chg="add mod">
          <ac:chgData name="Gonzato, E. (Elia)" userId="6fe7f718-cb57-44f9-a1ed-36f4e9579e92" providerId="ADAL" clId="{D4D5A039-4906-4233-9861-5412901212BF}" dt="2026-03-17T14:47:51.852" v="651" actId="20577"/>
          <ac:spMkLst>
            <pc:docMk/>
            <pc:sldMk cId="0" sldId="256"/>
            <ac:spMk id="24" creationId="{CE2C7FB5-F77F-0856-B3B9-6F5BD4D54951}"/>
          </ac:spMkLst>
        </pc:spChg>
        <pc:spChg chg="add mod">
          <ac:chgData name="Gonzato, E. (Elia)" userId="6fe7f718-cb57-44f9-a1ed-36f4e9579e92" providerId="ADAL" clId="{D4D5A039-4906-4233-9861-5412901212BF}" dt="2026-03-19T12:58:54.855" v="679" actId="1076"/>
          <ac:spMkLst>
            <pc:docMk/>
            <pc:sldMk cId="0" sldId="256"/>
            <ac:spMk id="25" creationId="{9FFF817B-9FF7-812D-45F4-933DAC944906}"/>
          </ac:spMkLst>
        </pc:spChg>
      </pc:sldChg>
      <pc:sldChg chg="addSp delSp modSp mod delAnim">
        <pc:chgData name="Gonzato, E. (Elia)" userId="6fe7f718-cb57-44f9-a1ed-36f4e9579e92" providerId="ADAL" clId="{D4D5A039-4906-4233-9861-5412901212BF}" dt="2026-03-17T13:18:44.723" v="519" actId="478"/>
        <pc:sldMkLst>
          <pc:docMk/>
          <pc:sldMk cId="0" sldId="257"/>
        </pc:sldMkLst>
        <pc:spChg chg="add mod">
          <ac:chgData name="Gonzato, E. (Elia)" userId="6fe7f718-cb57-44f9-a1ed-36f4e9579e92" providerId="ADAL" clId="{D4D5A039-4906-4233-9861-5412901212BF}" dt="2026-03-17T09:46:28.020" v="16" actId="27636"/>
          <ac:spMkLst>
            <pc:docMk/>
            <pc:sldMk cId="0" sldId="257"/>
            <ac:spMk id="2" creationId="{26EDC838-27FD-9D81-396D-EA3F5A1F9183}"/>
          </ac:spMkLst>
        </pc:spChg>
        <pc:spChg chg="add mod">
          <ac:chgData name="Gonzato, E. (Elia)" userId="6fe7f718-cb57-44f9-a1ed-36f4e9579e92" providerId="ADAL" clId="{D4D5A039-4906-4233-9861-5412901212BF}" dt="2026-03-17T09:46:27.973" v="15"/>
          <ac:spMkLst>
            <pc:docMk/>
            <pc:sldMk cId="0" sldId="257"/>
            <ac:spMk id="13" creationId="{EFD6565E-C9F8-627A-8771-6F65FA3F24E1}"/>
          </ac:spMkLst>
        </pc:spChg>
        <pc:spChg chg="add mod">
          <ac:chgData name="Gonzato, E. (Elia)" userId="6fe7f718-cb57-44f9-a1ed-36f4e9579e92" providerId="ADAL" clId="{D4D5A039-4906-4233-9861-5412901212BF}" dt="2026-03-17T09:46:27.973" v="15"/>
          <ac:spMkLst>
            <pc:docMk/>
            <pc:sldMk cId="0" sldId="257"/>
            <ac:spMk id="14" creationId="{A629921B-CA7A-DCF1-BAAD-DDBAB13C7AFA}"/>
          </ac:spMkLst>
        </pc:sp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3" creationId="{9FA053C0-458A-4B72-7288-AB2A79636143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5" creationId="{C6058F19-400B-5628-65AF-4EE53E33034C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6" creationId="{EB4696ED-2215-894E-5D19-951D17E83C74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7" creationId="{0FA5D74E-8B28-5118-652E-ADCD5D57623B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8" creationId="{2A712B69-D337-10E6-14F1-C47524662814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9" creationId="{13D303DE-254A-633D-7C54-3C61ABF226B2}"/>
          </ac:picMkLst>
        </pc:picChg>
        <pc:picChg chg="add mod">
          <ac:chgData name="Gonzato, E. (Elia)" userId="6fe7f718-cb57-44f9-a1ed-36f4e9579e92" providerId="ADAL" clId="{D4D5A039-4906-4233-9861-5412901212BF}" dt="2026-03-17T09:46:27.973" v="15"/>
          <ac:picMkLst>
            <pc:docMk/>
            <pc:sldMk cId="0" sldId="257"/>
            <ac:picMk id="15" creationId="{D774D107-24F3-BBF1-E56B-C72D3FEDBAA8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7T13:18:48.666" v="520" actId="478"/>
        <pc:sldMkLst>
          <pc:docMk/>
          <pc:sldMk cId="3064091461" sldId="343"/>
        </pc:sldMkLst>
        <pc:spChg chg="add mod">
          <ac:chgData name="Gonzato, E. (Elia)" userId="6fe7f718-cb57-44f9-a1ed-36f4e9579e92" providerId="ADAL" clId="{D4D5A039-4906-4233-9861-5412901212BF}" dt="2026-03-17T09:46:39.650" v="18"/>
          <ac:spMkLst>
            <pc:docMk/>
            <pc:sldMk cId="3064091461" sldId="343"/>
            <ac:spMk id="14" creationId="{963A208D-3076-D983-0593-19EB675C025F}"/>
          </ac:spMkLst>
        </pc:spChg>
        <pc:spChg chg="add mod">
          <ac:chgData name="Gonzato, E. (Elia)" userId="6fe7f718-cb57-44f9-a1ed-36f4e9579e92" providerId="ADAL" clId="{D4D5A039-4906-4233-9861-5412901212BF}" dt="2026-03-17T09:46:39.650" v="18"/>
          <ac:spMkLst>
            <pc:docMk/>
            <pc:sldMk cId="3064091461" sldId="343"/>
            <ac:spMk id="15" creationId="{6D1BAF42-7833-46FA-DA46-9015177F7413}"/>
          </ac:spMkLst>
        </pc:spChg>
        <pc:spChg chg="add mod">
          <ac:chgData name="Gonzato, E. (Elia)" userId="6fe7f718-cb57-44f9-a1ed-36f4e9579e92" providerId="ADAL" clId="{D4D5A039-4906-4233-9861-5412901212BF}" dt="2026-03-17T09:46:39.705" v="19" actId="27636"/>
          <ac:spMkLst>
            <pc:docMk/>
            <pc:sldMk cId="3064091461" sldId="343"/>
            <ac:spMk id="19" creationId="{6AEB85B7-909F-3CBC-A1BE-57221C31B503}"/>
          </ac:spMkLst>
        </pc:sp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4" creationId="{B7041723-8DFE-B0EB-A6B3-7195DEB8BCF9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5" creationId="{200CEF52-D4CD-48B7-B7F8-07E45EB3B6B4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6" creationId="{8DB3BD31-72E3-40C9-2E45-032F22688F80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7" creationId="{6CE0E2F0-C7B5-7444-BC12-483B44F6DB1D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8" creationId="{B8B99FBE-EC8C-817D-B278-C6BF0D08209A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12" creationId="{F8DDB38F-0A3E-C7CA-314A-BB640DA293E4}"/>
          </ac:picMkLst>
        </pc:picChg>
        <pc:picChg chg="add mod">
          <ac:chgData name="Gonzato, E. (Elia)" userId="6fe7f718-cb57-44f9-a1ed-36f4e9579e92" providerId="ADAL" clId="{D4D5A039-4906-4233-9861-5412901212BF}" dt="2026-03-17T09:46:39.650" v="18"/>
          <ac:picMkLst>
            <pc:docMk/>
            <pc:sldMk cId="3064091461" sldId="343"/>
            <ac:picMk id="18" creationId="{625CEA02-AE2B-3223-3F61-35853E3F3C4E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7T13:18:53.722" v="521" actId="478"/>
        <pc:sldMkLst>
          <pc:docMk/>
          <pc:sldMk cId="756996977" sldId="344"/>
        </pc:sldMkLst>
        <pc:spChg chg="add mod">
          <ac:chgData name="Gonzato, E. (Elia)" userId="6fe7f718-cb57-44f9-a1ed-36f4e9579e92" providerId="ADAL" clId="{D4D5A039-4906-4233-9861-5412901212BF}" dt="2026-03-17T09:46:51.668" v="21"/>
          <ac:spMkLst>
            <pc:docMk/>
            <pc:sldMk cId="756996977" sldId="344"/>
            <ac:spMk id="16" creationId="{A450EBAB-2985-5128-D243-0DC3CA6B4D94}"/>
          </ac:spMkLst>
        </pc:spChg>
        <pc:spChg chg="add mod">
          <ac:chgData name="Gonzato, E. (Elia)" userId="6fe7f718-cb57-44f9-a1ed-36f4e9579e92" providerId="ADAL" clId="{D4D5A039-4906-4233-9861-5412901212BF}" dt="2026-03-17T09:46:51.668" v="21"/>
          <ac:spMkLst>
            <pc:docMk/>
            <pc:sldMk cId="756996977" sldId="344"/>
            <ac:spMk id="17" creationId="{2A4E6B33-F428-C84D-B731-3DFD45605C2F}"/>
          </ac:spMkLst>
        </pc:spChg>
        <pc:spChg chg="add mod">
          <ac:chgData name="Gonzato, E. (Elia)" userId="6fe7f718-cb57-44f9-a1ed-36f4e9579e92" providerId="ADAL" clId="{D4D5A039-4906-4233-9861-5412901212BF}" dt="2026-03-17T09:46:51.727" v="22" actId="27636"/>
          <ac:spMkLst>
            <pc:docMk/>
            <pc:sldMk cId="756996977" sldId="344"/>
            <ac:spMk id="19" creationId="{0692141A-BFB3-302A-2050-9BCFE7EAF5DB}"/>
          </ac:spMkLst>
        </pc:sp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5" creationId="{82350872-7C5D-5B2C-D342-ACE84F5739CA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6" creationId="{BD1FE138-2862-4806-3803-335D79D0BF54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7" creationId="{F437A0E1-F21B-2D4A-793F-505CA2172E24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8" creationId="{34F33114-FCA2-D4F0-7D42-A9AFDD4C133F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13" creationId="{D974D61F-C7A6-EEA6-11D6-6351AD16157D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14" creationId="{26465BC0-7EA9-E089-3F96-1F3E5C60EEEA}"/>
          </ac:picMkLst>
        </pc:picChg>
        <pc:picChg chg="add mod">
          <ac:chgData name="Gonzato, E. (Elia)" userId="6fe7f718-cb57-44f9-a1ed-36f4e9579e92" providerId="ADAL" clId="{D4D5A039-4906-4233-9861-5412901212BF}" dt="2026-03-17T09:46:51.668" v="21"/>
          <ac:picMkLst>
            <pc:docMk/>
            <pc:sldMk cId="756996977" sldId="344"/>
            <ac:picMk id="18" creationId="{D99CC671-B6D9-5AD1-852A-ACC2D8982A45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7T13:18:58.019" v="522" actId="478"/>
        <pc:sldMkLst>
          <pc:docMk/>
          <pc:sldMk cId="1650295698" sldId="345"/>
        </pc:sldMkLst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16" creationId="{258872FA-5E8F-8AE9-E6A1-B602BCDA783B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32" creationId="{69DF8C14-EC7F-2714-8F72-11AF6B755056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33" creationId="{FA115607-4461-7320-39C8-0943825134D7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34" creationId="{0388D851-1D8C-4DDC-69CB-0E1422BD025F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50" creationId="{0AA83E9C-6621-F1BB-E626-6F783632EB60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65" creationId="{8C199637-F6B6-549D-9F82-3A4CAAA54253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66" creationId="{8B85D927-CDFB-F6AD-C281-6E5DC837EE73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67" creationId="{AB552C29-FE17-A175-4940-F6146276F320}"/>
          </ac:spMkLst>
        </pc:spChg>
        <pc:spChg chg="add mod">
          <ac:chgData name="Gonzato, E. (Elia)" userId="6fe7f718-cb57-44f9-a1ed-36f4e9579e92" providerId="ADAL" clId="{D4D5A039-4906-4233-9861-5412901212BF}" dt="2026-03-17T09:47:37.228" v="34"/>
          <ac:spMkLst>
            <pc:docMk/>
            <pc:sldMk cId="1650295698" sldId="345"/>
            <ac:spMk id="100" creationId="{65B5C4E0-A505-4343-73A5-74934444A3D3}"/>
          </ac:spMkLst>
        </pc:spChg>
        <pc:spChg chg="add mod">
          <ac:chgData name="Gonzato, E. (Elia)" userId="6fe7f718-cb57-44f9-a1ed-36f4e9579e92" providerId="ADAL" clId="{D4D5A039-4906-4233-9861-5412901212BF}" dt="2026-03-17T09:47:37.324" v="35" actId="27636"/>
          <ac:spMkLst>
            <pc:docMk/>
            <pc:sldMk cId="1650295698" sldId="345"/>
            <ac:spMk id="102" creationId="{755CC044-6482-2830-CDF8-22522B90D203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7T13:19:02.602" v="523" actId="478"/>
        <pc:sldMkLst>
          <pc:docMk/>
          <pc:sldMk cId="781359882" sldId="346"/>
        </pc:sldMkLst>
        <pc:spChg chg="add mod">
          <ac:chgData name="Gonzato, E. (Elia)" userId="6fe7f718-cb57-44f9-a1ed-36f4e9579e92" providerId="ADAL" clId="{D4D5A039-4906-4233-9861-5412901212BF}" dt="2026-03-17T09:47:49.634" v="37"/>
          <ac:spMkLst>
            <pc:docMk/>
            <pc:sldMk cId="781359882" sldId="346"/>
            <ac:spMk id="17" creationId="{DEEB7D60-7DCA-D1A2-DB1F-0A4ACFA34341}"/>
          </ac:spMkLst>
        </pc:spChg>
        <pc:spChg chg="add mod">
          <ac:chgData name="Gonzato, E. (Elia)" userId="6fe7f718-cb57-44f9-a1ed-36f4e9579e92" providerId="ADAL" clId="{D4D5A039-4906-4233-9861-5412901212BF}" dt="2026-03-17T09:47:49.634" v="37"/>
          <ac:spMkLst>
            <pc:docMk/>
            <pc:sldMk cId="781359882" sldId="346"/>
            <ac:spMk id="18" creationId="{1D5F4DF5-B21F-E471-B0F1-B86C8CCFF727}"/>
          </ac:spMkLst>
        </pc:spChg>
        <pc:spChg chg="add mod">
          <ac:chgData name="Gonzato, E. (Elia)" userId="6fe7f718-cb57-44f9-a1ed-36f4e9579e92" providerId="ADAL" clId="{D4D5A039-4906-4233-9861-5412901212BF}" dt="2026-03-17T12:35:04.843" v="301" actId="20577"/>
          <ac:spMkLst>
            <pc:docMk/>
            <pc:sldMk cId="781359882" sldId="346"/>
            <ac:spMk id="33" creationId="{61B1C808-6A8D-3EF1-CE3C-714FCA4C1449}"/>
          </ac:spMkLst>
        </pc:spChg>
        <pc:spChg chg="add mod">
          <ac:chgData name="Gonzato, E. (Elia)" userId="6fe7f718-cb57-44f9-a1ed-36f4e9579e92" providerId="ADAL" clId="{D4D5A039-4906-4233-9861-5412901212BF}" dt="2026-03-17T12:35:09.137" v="303" actId="20577"/>
          <ac:spMkLst>
            <pc:docMk/>
            <pc:sldMk cId="781359882" sldId="346"/>
            <ac:spMk id="34" creationId="{A4DA3836-9074-D4AA-EE36-42FDA87E724D}"/>
          </ac:spMkLst>
        </pc:spChg>
        <pc:spChg chg="add mod">
          <ac:chgData name="Gonzato, E. (Elia)" userId="6fe7f718-cb57-44f9-a1ed-36f4e9579e92" providerId="ADAL" clId="{D4D5A039-4906-4233-9861-5412901212BF}" dt="2026-03-17T12:35:14.279" v="305" actId="20577"/>
          <ac:spMkLst>
            <pc:docMk/>
            <pc:sldMk cId="781359882" sldId="346"/>
            <ac:spMk id="35" creationId="{63D29D4D-D0C0-EA21-EEC4-1C7C7E2D0E95}"/>
          </ac:spMkLst>
        </pc:spChg>
        <pc:spChg chg="add mod">
          <ac:chgData name="Gonzato, E. (Elia)" userId="6fe7f718-cb57-44f9-a1ed-36f4e9579e92" providerId="ADAL" clId="{D4D5A039-4906-4233-9861-5412901212BF}" dt="2026-03-17T12:36:14.593" v="307" actId="20577"/>
          <ac:spMkLst>
            <pc:docMk/>
            <pc:sldMk cId="781359882" sldId="346"/>
            <ac:spMk id="51" creationId="{85B329AE-6BE2-2AAE-6037-013FFC77E3CE}"/>
          </ac:spMkLst>
        </pc:spChg>
        <pc:spChg chg="add mod">
          <ac:chgData name="Gonzato, E. (Elia)" userId="6fe7f718-cb57-44f9-a1ed-36f4e9579e92" providerId="ADAL" clId="{D4D5A039-4906-4233-9861-5412901212BF}" dt="2026-03-17T12:35:03.541" v="300" actId="14100"/>
          <ac:spMkLst>
            <pc:docMk/>
            <pc:sldMk cId="781359882" sldId="346"/>
            <ac:spMk id="66" creationId="{8246C0DF-79CA-E947-9B2D-C70D355F86F6}"/>
          </ac:spMkLst>
        </pc:spChg>
        <pc:spChg chg="add mod">
          <ac:chgData name="Gonzato, E. (Elia)" userId="6fe7f718-cb57-44f9-a1ed-36f4e9579e92" providerId="ADAL" clId="{D4D5A039-4906-4233-9861-5412901212BF}" dt="2026-03-17T12:35:07.905" v="302" actId="14100"/>
          <ac:spMkLst>
            <pc:docMk/>
            <pc:sldMk cId="781359882" sldId="346"/>
            <ac:spMk id="67" creationId="{123B5E04-B97A-A03F-710A-817BFDAE5F4D}"/>
          </ac:spMkLst>
        </pc:spChg>
        <pc:spChg chg="mod">
          <ac:chgData name="Gonzato, E. (Elia)" userId="6fe7f718-cb57-44f9-a1ed-36f4e9579e92" providerId="ADAL" clId="{D4D5A039-4906-4233-9861-5412901212BF}" dt="2026-03-17T12:35:13.168" v="304" actId="14100"/>
          <ac:spMkLst>
            <pc:docMk/>
            <pc:sldMk cId="781359882" sldId="346"/>
            <ac:spMk id="68" creationId="{5E4A1659-5A31-C55F-33F6-E806AAB81057}"/>
          </ac:spMkLst>
        </pc:spChg>
        <pc:spChg chg="add mod">
          <ac:chgData name="Gonzato, E. (Elia)" userId="6fe7f718-cb57-44f9-a1ed-36f4e9579e92" providerId="ADAL" clId="{D4D5A039-4906-4233-9861-5412901212BF}" dt="2026-03-17T12:36:12.132" v="306" actId="14100"/>
          <ac:spMkLst>
            <pc:docMk/>
            <pc:sldMk cId="781359882" sldId="346"/>
            <ac:spMk id="101" creationId="{E77998FD-BE56-BC3B-1DAA-3A6F9BF89F63}"/>
          </ac:spMkLst>
        </pc:spChg>
        <pc:spChg chg="add mod">
          <ac:chgData name="Gonzato, E. (Elia)" userId="6fe7f718-cb57-44f9-a1ed-36f4e9579e92" providerId="ADAL" clId="{D4D5A039-4906-4233-9861-5412901212BF}" dt="2026-03-17T09:47:49.756" v="38" actId="27636"/>
          <ac:spMkLst>
            <pc:docMk/>
            <pc:sldMk cId="781359882" sldId="346"/>
            <ac:spMk id="123" creationId="{A4486DA0-DB80-54C5-92C3-CDC3985C0318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7T13:19:06.453" v="524" actId="478"/>
        <pc:sldMkLst>
          <pc:docMk/>
          <pc:sldMk cId="3985881219" sldId="347"/>
        </pc:sldMkLst>
        <pc:spChg chg="add mod">
          <ac:chgData name="Gonzato, E. (Elia)" userId="6fe7f718-cb57-44f9-a1ed-36f4e9579e92" providerId="ADAL" clId="{D4D5A039-4906-4233-9861-5412901212BF}" dt="2026-03-17T09:48:06.039" v="41"/>
          <ac:spMkLst>
            <pc:docMk/>
            <pc:sldMk cId="3985881219" sldId="347"/>
            <ac:spMk id="17" creationId="{95D3F226-2CFD-4CFA-97B0-A22DD60BB235}"/>
          </ac:spMkLst>
        </pc:spChg>
        <pc:spChg chg="add mod">
          <ac:chgData name="Gonzato, E. (Elia)" userId="6fe7f718-cb57-44f9-a1ed-36f4e9579e92" providerId="ADAL" clId="{D4D5A039-4906-4233-9861-5412901212BF}" dt="2026-03-17T09:48:06.039" v="41"/>
          <ac:spMkLst>
            <pc:docMk/>
            <pc:sldMk cId="3985881219" sldId="347"/>
            <ac:spMk id="18" creationId="{A21D45EA-F5AE-FA80-29A4-D0CC2CC823E3}"/>
          </ac:spMkLst>
        </pc:spChg>
        <pc:spChg chg="add mod">
          <ac:chgData name="Gonzato, E. (Elia)" userId="6fe7f718-cb57-44f9-a1ed-36f4e9579e92" providerId="ADAL" clId="{D4D5A039-4906-4233-9861-5412901212BF}" dt="2026-03-17T09:48:34.439" v="55" actId="14100"/>
          <ac:spMkLst>
            <pc:docMk/>
            <pc:sldMk cId="3985881219" sldId="347"/>
            <ac:spMk id="33" creationId="{C0CA82E0-F7DD-6D29-B695-17323A9E608B}"/>
          </ac:spMkLst>
        </pc:spChg>
        <pc:spChg chg="add mod">
          <ac:chgData name="Gonzato, E. (Elia)" userId="6fe7f718-cb57-44f9-a1ed-36f4e9579e92" providerId="ADAL" clId="{D4D5A039-4906-4233-9861-5412901212BF}" dt="2026-03-17T09:48:13.600" v="44" actId="20577"/>
          <ac:spMkLst>
            <pc:docMk/>
            <pc:sldMk cId="3985881219" sldId="347"/>
            <ac:spMk id="34" creationId="{9CFBF262-CD89-DC69-50F9-6107C27C76E8}"/>
          </ac:spMkLst>
        </pc:spChg>
        <pc:spChg chg="add mod">
          <ac:chgData name="Gonzato, E. (Elia)" userId="6fe7f718-cb57-44f9-a1ed-36f4e9579e92" providerId="ADAL" clId="{D4D5A039-4906-4233-9861-5412901212BF}" dt="2026-03-17T09:48:40.336" v="57" actId="20577"/>
          <ac:spMkLst>
            <pc:docMk/>
            <pc:sldMk cId="3985881219" sldId="347"/>
            <ac:spMk id="35" creationId="{0E7BAE2A-58D0-420F-341B-B719E29AA222}"/>
          </ac:spMkLst>
        </pc:spChg>
        <pc:spChg chg="add mod">
          <ac:chgData name="Gonzato, E. (Elia)" userId="6fe7f718-cb57-44f9-a1ed-36f4e9579e92" providerId="ADAL" clId="{D4D5A039-4906-4233-9861-5412901212BF}" dt="2026-03-17T09:48:45.209" v="59" actId="20577"/>
          <ac:spMkLst>
            <pc:docMk/>
            <pc:sldMk cId="3985881219" sldId="347"/>
            <ac:spMk id="51" creationId="{D9EA00A0-F8F1-0742-E963-89734C028ACB}"/>
          </ac:spMkLst>
        </pc:spChg>
        <pc:spChg chg="add mod">
          <ac:chgData name="Gonzato, E. (Elia)" userId="6fe7f718-cb57-44f9-a1ed-36f4e9579e92" providerId="ADAL" clId="{D4D5A039-4906-4233-9861-5412901212BF}" dt="2026-03-17T09:48:10.891" v="43" actId="14100"/>
          <ac:spMkLst>
            <pc:docMk/>
            <pc:sldMk cId="3985881219" sldId="347"/>
            <ac:spMk id="67" creationId="{CF037D06-EE12-03C4-2768-8C91A2A2D18B}"/>
          </ac:spMkLst>
        </pc:spChg>
        <pc:spChg chg="add mod">
          <ac:chgData name="Gonzato, E. (Elia)" userId="6fe7f718-cb57-44f9-a1ed-36f4e9579e92" providerId="ADAL" clId="{D4D5A039-4906-4233-9861-5412901212BF}" dt="2026-03-17T09:48:39.062" v="56" actId="14100"/>
          <ac:spMkLst>
            <pc:docMk/>
            <pc:sldMk cId="3985881219" sldId="347"/>
            <ac:spMk id="68" creationId="{D149AB6F-DABF-B41B-5D71-57C6851DE4CE}"/>
          </ac:spMkLst>
        </pc:spChg>
        <pc:spChg chg="mod">
          <ac:chgData name="Gonzato, E. (Elia)" userId="6fe7f718-cb57-44f9-a1ed-36f4e9579e92" providerId="ADAL" clId="{D4D5A039-4906-4233-9861-5412901212BF}" dt="2026-03-17T09:48:43.846" v="58" actId="14100"/>
          <ac:spMkLst>
            <pc:docMk/>
            <pc:sldMk cId="3985881219" sldId="347"/>
            <ac:spMk id="81" creationId="{827FC328-9EE2-A31F-6F82-043E9A2BB40F}"/>
          </ac:spMkLst>
        </pc:spChg>
        <pc:spChg chg="add mod">
          <ac:chgData name="Gonzato, E. (Elia)" userId="6fe7f718-cb57-44f9-a1ed-36f4e9579e92" providerId="ADAL" clId="{D4D5A039-4906-4233-9861-5412901212BF}" dt="2026-03-17T09:48:06.139" v="42" actId="27636"/>
          <ac:spMkLst>
            <pc:docMk/>
            <pc:sldMk cId="3985881219" sldId="347"/>
            <ac:spMk id="103" creationId="{6A9A2FE1-DE8C-CB06-C5D6-B5B2A6123E8C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3:46.232" v="695"/>
        <pc:sldMkLst>
          <pc:docMk/>
          <pc:sldMk cId="3997777618" sldId="348"/>
        </pc:sldMkLst>
        <pc:spChg chg="add mod">
          <ac:chgData name="Gonzato, E. (Elia)" userId="6fe7f718-cb57-44f9-a1ed-36f4e9579e92" providerId="ADAL" clId="{D4D5A039-4906-4233-9861-5412901212BF}" dt="2026-03-17T09:49:13.884" v="65"/>
          <ac:spMkLst>
            <pc:docMk/>
            <pc:sldMk cId="3997777618" sldId="348"/>
            <ac:spMk id="3" creationId="{74EDBBD9-9346-4552-20B5-434670C13CB9}"/>
          </ac:spMkLst>
        </pc:spChg>
        <pc:spChg chg="add del mod">
          <ac:chgData name="Gonzato, E. (Elia)" userId="6fe7f718-cb57-44f9-a1ed-36f4e9579e92" providerId="ADAL" clId="{D4D5A039-4906-4233-9861-5412901212BF}" dt="2026-03-19T13:03:45.930" v="694" actId="478"/>
          <ac:spMkLst>
            <pc:docMk/>
            <pc:sldMk cId="3997777618" sldId="348"/>
            <ac:spMk id="4" creationId="{A09C5DA4-DD41-58FE-3519-ADB6DBEC1F30}"/>
          </ac:spMkLst>
        </pc:spChg>
        <pc:spChg chg="add mod">
          <ac:chgData name="Gonzato, E. (Elia)" userId="6fe7f718-cb57-44f9-a1ed-36f4e9579e92" providerId="ADAL" clId="{D4D5A039-4906-4233-9861-5412901212BF}" dt="2026-03-17T12:41:16.171" v="332" actId="14100"/>
          <ac:spMkLst>
            <pc:docMk/>
            <pc:sldMk cId="3997777618" sldId="348"/>
            <ac:spMk id="6" creationId="{A6DD57D9-16B9-570E-90CB-F3BC589FD07E}"/>
          </ac:spMkLst>
        </pc:spChg>
        <pc:spChg chg="add mod">
          <ac:chgData name="Gonzato, E. (Elia)" userId="6fe7f718-cb57-44f9-a1ed-36f4e9579e92" providerId="ADAL" clId="{D4D5A039-4906-4233-9861-5412901212BF}" dt="2026-03-19T13:03:46.232" v="695"/>
          <ac:spMkLst>
            <pc:docMk/>
            <pc:sldMk cId="3997777618" sldId="348"/>
            <ac:spMk id="7" creationId="{59CD8586-4E29-4F4C-A344-4114E80FC4A3}"/>
          </ac:spMkLst>
        </pc:spChg>
        <pc:cxnChg chg="add mod">
          <ac:chgData name="Gonzato, E. (Elia)" userId="6fe7f718-cb57-44f9-a1ed-36f4e9579e92" providerId="ADAL" clId="{D4D5A039-4906-4233-9861-5412901212BF}" dt="2026-03-17T09:49:13.884" v="65"/>
          <ac:cxnSpMkLst>
            <pc:docMk/>
            <pc:sldMk cId="3997777618" sldId="348"/>
            <ac:cxnSpMk id="2" creationId="{AE76C1AD-15AF-F770-40CC-13462E33A8AA}"/>
          </ac:cxnSpMkLst>
        </pc:cxnChg>
      </pc:sldChg>
      <pc:sldChg chg="addSp delSp modSp add mod">
        <pc:chgData name="Gonzato, E. (Elia)" userId="6fe7f718-cb57-44f9-a1ed-36f4e9579e92" providerId="ADAL" clId="{D4D5A039-4906-4233-9861-5412901212BF}" dt="2026-03-19T12:59:31.377" v="681" actId="1076"/>
        <pc:sldMkLst>
          <pc:docMk/>
          <pc:sldMk cId="432493477" sldId="349"/>
        </pc:sldMkLst>
        <pc:spChg chg="add mod">
          <ac:chgData name="Gonzato, E. (Elia)" userId="6fe7f718-cb57-44f9-a1ed-36f4e9579e92" providerId="ADAL" clId="{D4D5A039-4906-4233-9861-5412901212BF}" dt="2026-03-17T09:49:25.072" v="67"/>
          <ac:spMkLst>
            <pc:docMk/>
            <pc:sldMk cId="432493477" sldId="349"/>
            <ac:spMk id="4" creationId="{D48B4FE8-46ED-CAC6-F53E-D3463255E988}"/>
          </ac:spMkLst>
        </pc:spChg>
        <pc:spChg chg="add mod">
          <ac:chgData name="Gonzato, E. (Elia)" userId="6fe7f718-cb57-44f9-a1ed-36f4e9579e92" providerId="ADAL" clId="{D4D5A039-4906-4233-9861-5412901212BF}" dt="2026-03-17T09:49:25.072" v="67"/>
          <ac:spMkLst>
            <pc:docMk/>
            <pc:sldMk cId="432493477" sldId="349"/>
            <ac:spMk id="5" creationId="{03F6FE6C-CC10-37FE-C9CC-D56EE848FB75}"/>
          </ac:spMkLst>
        </pc:spChg>
        <pc:spChg chg="add mod">
          <ac:chgData name="Gonzato, E. (Elia)" userId="6fe7f718-cb57-44f9-a1ed-36f4e9579e92" providerId="ADAL" clId="{D4D5A039-4906-4233-9861-5412901212BF}" dt="2026-03-19T12:59:31.377" v="681" actId="1076"/>
          <ac:spMkLst>
            <pc:docMk/>
            <pc:sldMk cId="432493477" sldId="349"/>
            <ac:spMk id="6" creationId="{0826A227-3E58-7250-6FE1-CF077B3F2E1A}"/>
          </ac:spMkLst>
        </pc:spChg>
        <pc:spChg chg="add mod">
          <ac:chgData name="Gonzato, E. (Elia)" userId="6fe7f718-cb57-44f9-a1ed-36f4e9579e92" providerId="ADAL" clId="{D4D5A039-4906-4233-9861-5412901212BF}" dt="2026-03-17T13:12:57.389" v="334"/>
          <ac:spMkLst>
            <pc:docMk/>
            <pc:sldMk cId="432493477" sldId="349"/>
            <ac:spMk id="7" creationId="{911E2029-48E4-5C9F-1568-9E67BDB2BF8A}"/>
          </ac:spMkLst>
        </pc:spChg>
        <pc:spChg chg="add mod">
          <ac:chgData name="Gonzato, E. (Elia)" userId="6fe7f718-cb57-44f9-a1ed-36f4e9579e92" providerId="ADAL" clId="{D4D5A039-4906-4233-9861-5412901212BF}" dt="2026-03-17T09:49:25.072" v="67"/>
          <ac:spMkLst>
            <pc:docMk/>
            <pc:sldMk cId="432493477" sldId="349"/>
            <ac:spMk id="8" creationId="{5224A020-DBD8-480B-86C7-3695ED51A684}"/>
          </ac:spMkLst>
        </pc:spChg>
        <pc:cxnChg chg="add mod">
          <ac:chgData name="Gonzato, E. (Elia)" userId="6fe7f718-cb57-44f9-a1ed-36f4e9579e92" providerId="ADAL" clId="{D4D5A039-4906-4233-9861-5412901212BF}" dt="2026-03-17T09:49:25.072" v="67"/>
          <ac:cxnSpMkLst>
            <pc:docMk/>
            <pc:sldMk cId="432493477" sldId="349"/>
            <ac:cxnSpMk id="2" creationId="{1014442E-2B5D-EF09-A34A-356084AD071E}"/>
          </ac:cxnSpMkLst>
        </pc:cxnChg>
        <pc:cxnChg chg="add mod">
          <ac:chgData name="Gonzato, E. (Elia)" userId="6fe7f718-cb57-44f9-a1ed-36f4e9579e92" providerId="ADAL" clId="{D4D5A039-4906-4233-9861-5412901212BF}" dt="2026-03-17T09:49:25.072" v="67"/>
          <ac:cxnSpMkLst>
            <pc:docMk/>
            <pc:sldMk cId="432493477" sldId="349"/>
            <ac:cxnSpMk id="3" creationId="{36CF9A0E-656E-4477-8AF2-F69710CC32CD}"/>
          </ac:cxnSpMkLst>
        </pc:cxnChg>
      </pc:sldChg>
      <pc:sldChg chg="addSp delSp modSp add mod">
        <pc:chgData name="Gonzato, E. (Elia)" userId="6fe7f718-cb57-44f9-a1ed-36f4e9579e92" providerId="ADAL" clId="{D4D5A039-4906-4233-9861-5412901212BF}" dt="2026-03-19T12:59:37.275" v="683"/>
        <pc:sldMkLst>
          <pc:docMk/>
          <pc:sldMk cId="427612406" sldId="350"/>
        </pc:sldMkLst>
        <pc:spChg chg="add mod">
          <ac:chgData name="Gonzato, E. (Elia)" userId="6fe7f718-cb57-44f9-a1ed-36f4e9579e92" providerId="ADAL" clId="{D4D5A039-4906-4233-9861-5412901212BF}" dt="2026-03-17T09:49:39.187" v="69"/>
          <ac:spMkLst>
            <pc:docMk/>
            <pc:sldMk cId="427612406" sldId="350"/>
            <ac:spMk id="4" creationId="{35A3C706-459E-1B19-9200-DFD0D7F535F9}"/>
          </ac:spMkLst>
        </pc:spChg>
        <pc:spChg chg="add mod">
          <ac:chgData name="Gonzato, E. (Elia)" userId="6fe7f718-cb57-44f9-a1ed-36f4e9579e92" providerId="ADAL" clId="{D4D5A039-4906-4233-9861-5412901212BF}" dt="2026-03-17T09:49:39.187" v="69"/>
          <ac:spMkLst>
            <pc:docMk/>
            <pc:sldMk cId="427612406" sldId="350"/>
            <ac:spMk id="5" creationId="{32B65E0E-AE16-DDAA-6AA1-841155EC4301}"/>
          </ac:spMkLst>
        </pc:spChg>
        <pc:spChg chg="add del mod">
          <ac:chgData name="Gonzato, E. (Elia)" userId="6fe7f718-cb57-44f9-a1ed-36f4e9579e92" providerId="ADAL" clId="{D4D5A039-4906-4233-9861-5412901212BF}" dt="2026-03-19T12:59:36.869" v="682" actId="478"/>
          <ac:spMkLst>
            <pc:docMk/>
            <pc:sldMk cId="427612406" sldId="350"/>
            <ac:spMk id="6" creationId="{8A66329C-5F95-2F0C-8D5A-D4DC86798A02}"/>
          </ac:spMkLst>
        </pc:spChg>
        <pc:spChg chg="add mod">
          <ac:chgData name="Gonzato, E. (Elia)" userId="6fe7f718-cb57-44f9-a1ed-36f4e9579e92" providerId="ADAL" clId="{D4D5A039-4906-4233-9861-5412901212BF}" dt="2026-03-17T13:13:01.634" v="336"/>
          <ac:spMkLst>
            <pc:docMk/>
            <pc:sldMk cId="427612406" sldId="350"/>
            <ac:spMk id="7" creationId="{A8DFEA7C-50AA-C7D9-DF47-DBDCE3FD23C6}"/>
          </ac:spMkLst>
        </pc:spChg>
        <pc:spChg chg="add mod">
          <ac:chgData name="Gonzato, E. (Elia)" userId="6fe7f718-cb57-44f9-a1ed-36f4e9579e92" providerId="ADAL" clId="{D4D5A039-4906-4233-9861-5412901212BF}" dt="2026-03-17T09:49:39.187" v="69"/>
          <ac:spMkLst>
            <pc:docMk/>
            <pc:sldMk cId="427612406" sldId="350"/>
            <ac:spMk id="8" creationId="{5606C2F0-BA8E-E880-3FF2-BC1D398EE3D8}"/>
          </ac:spMkLst>
        </pc:spChg>
        <pc:spChg chg="add mod">
          <ac:chgData name="Gonzato, E. (Elia)" userId="6fe7f718-cb57-44f9-a1ed-36f4e9579e92" providerId="ADAL" clId="{D4D5A039-4906-4233-9861-5412901212BF}" dt="2026-03-17T09:49:39.187" v="69"/>
          <ac:spMkLst>
            <pc:docMk/>
            <pc:sldMk cId="427612406" sldId="350"/>
            <ac:spMk id="9" creationId="{F22F6E6B-5E3B-23A2-DFE4-5D0442319A10}"/>
          </ac:spMkLst>
        </pc:spChg>
        <pc:spChg chg="add mod">
          <ac:chgData name="Gonzato, E. (Elia)" userId="6fe7f718-cb57-44f9-a1ed-36f4e9579e92" providerId="ADAL" clId="{D4D5A039-4906-4233-9861-5412901212BF}" dt="2026-03-17T09:49:39.187" v="69"/>
          <ac:spMkLst>
            <pc:docMk/>
            <pc:sldMk cId="427612406" sldId="350"/>
            <ac:spMk id="10" creationId="{40CD7112-39B5-0271-99C1-112B049CCFB9}"/>
          </ac:spMkLst>
        </pc:spChg>
        <pc:spChg chg="add mod">
          <ac:chgData name="Gonzato, E. (Elia)" userId="6fe7f718-cb57-44f9-a1ed-36f4e9579e92" providerId="ADAL" clId="{D4D5A039-4906-4233-9861-5412901212BF}" dt="2026-03-19T12:59:37.275" v="683"/>
          <ac:spMkLst>
            <pc:docMk/>
            <pc:sldMk cId="427612406" sldId="350"/>
            <ac:spMk id="11" creationId="{B5189E60-7DC8-A536-85F0-8226064DD909}"/>
          </ac:spMkLst>
        </pc:spChg>
        <pc:cxnChg chg="add mod">
          <ac:chgData name="Gonzato, E. (Elia)" userId="6fe7f718-cb57-44f9-a1ed-36f4e9579e92" providerId="ADAL" clId="{D4D5A039-4906-4233-9861-5412901212BF}" dt="2026-03-17T09:49:39.187" v="69"/>
          <ac:cxnSpMkLst>
            <pc:docMk/>
            <pc:sldMk cId="427612406" sldId="350"/>
            <ac:cxnSpMk id="2" creationId="{B643A1C4-F6F0-2C0D-DED7-54A6A2F5A21D}"/>
          </ac:cxnSpMkLst>
        </pc:cxnChg>
        <pc:cxnChg chg="add mod">
          <ac:chgData name="Gonzato, E. (Elia)" userId="6fe7f718-cb57-44f9-a1ed-36f4e9579e92" providerId="ADAL" clId="{D4D5A039-4906-4233-9861-5412901212BF}" dt="2026-03-17T09:49:39.187" v="69"/>
          <ac:cxnSpMkLst>
            <pc:docMk/>
            <pc:sldMk cId="427612406" sldId="350"/>
            <ac:cxnSpMk id="3" creationId="{0EB40BDC-DDF1-6A2A-A1C8-5C2BECDD2FCD}"/>
          </ac:cxnSpMkLst>
        </pc:cxnChg>
      </pc:sldChg>
      <pc:sldChg chg="addSp delSp modSp add mod">
        <pc:chgData name="Gonzato, E. (Elia)" userId="6fe7f718-cb57-44f9-a1ed-36f4e9579e92" providerId="ADAL" clId="{D4D5A039-4906-4233-9861-5412901212BF}" dt="2026-03-19T13:05:49.015" v="704" actId="122"/>
        <pc:sldMkLst>
          <pc:docMk/>
          <pc:sldMk cId="1057372959" sldId="351"/>
        </pc:sldMkLst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4" creationId="{E67F9F64-631C-B79A-F811-D29C28F40591}"/>
          </ac:spMkLst>
        </pc:spChg>
        <pc:spChg chg="add del mod">
          <ac:chgData name="Gonzato, E. (Elia)" userId="6fe7f718-cb57-44f9-a1ed-36f4e9579e92" providerId="ADAL" clId="{D4D5A039-4906-4233-9861-5412901212BF}" dt="2026-03-19T12:59:40.728" v="684" actId="478"/>
          <ac:spMkLst>
            <pc:docMk/>
            <pc:sldMk cId="1057372959" sldId="351"/>
            <ac:spMk id="6" creationId="{86F43209-B15B-160F-6031-C1E9B51544CC}"/>
          </ac:spMkLst>
        </pc:spChg>
        <pc:spChg chg="add mod">
          <ac:chgData name="Gonzato, E. (Elia)" userId="6fe7f718-cb57-44f9-a1ed-36f4e9579e92" providerId="ADAL" clId="{D4D5A039-4906-4233-9861-5412901212BF}" dt="2026-03-17T13:13:17.934" v="338"/>
          <ac:spMkLst>
            <pc:docMk/>
            <pc:sldMk cId="1057372959" sldId="351"/>
            <ac:spMk id="7" creationId="{25DC8DF0-48F8-470B-9613-9CD8D81F4591}"/>
          </ac:spMkLst>
        </pc:spChg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8" creationId="{8DACE1D1-4C53-88FE-BE0F-5B64CF60C459}"/>
          </ac:spMkLst>
        </pc:spChg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9" creationId="{737D6BAB-F77F-D8FA-50E6-34959CE0D6C4}"/>
          </ac:spMkLst>
        </pc:spChg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10" creationId="{53DF712C-741F-D19F-D80B-FC642136889A}"/>
          </ac:spMkLst>
        </pc:spChg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16" creationId="{B3EC5F45-863B-93CD-BA25-E79F7D63E5AB}"/>
          </ac:spMkLst>
        </pc:spChg>
        <pc:spChg chg="add mod">
          <ac:chgData name="Gonzato, E. (Elia)" userId="6fe7f718-cb57-44f9-a1ed-36f4e9579e92" providerId="ADAL" clId="{D4D5A039-4906-4233-9861-5412901212BF}" dt="2026-03-17T09:49:52.617" v="72"/>
          <ac:spMkLst>
            <pc:docMk/>
            <pc:sldMk cId="1057372959" sldId="351"/>
            <ac:spMk id="17" creationId="{D265B51A-ED5C-2784-F284-3F91D838AD3D}"/>
          </ac:spMkLst>
        </pc:spChg>
        <pc:spChg chg="mod">
          <ac:chgData name="Gonzato, E. (Elia)" userId="6fe7f718-cb57-44f9-a1ed-36f4e9579e92" providerId="ADAL" clId="{D4D5A039-4906-4233-9861-5412901212BF}" dt="2026-03-19T12:59:48.377" v="687" actId="1076"/>
          <ac:spMkLst>
            <pc:docMk/>
            <pc:sldMk cId="1057372959" sldId="351"/>
            <ac:spMk id="18" creationId="{56076AC8-BB9C-E283-5C90-2C106B419AFF}"/>
          </ac:spMkLst>
        </pc:spChg>
        <pc:spChg chg="add mod">
          <ac:chgData name="Gonzato, E. (Elia)" userId="6fe7f718-cb57-44f9-a1ed-36f4e9579e92" providerId="ADAL" clId="{D4D5A039-4906-4233-9861-5412901212BF}" dt="2026-03-19T13:05:49.015" v="704" actId="122"/>
          <ac:spMkLst>
            <pc:docMk/>
            <pc:sldMk cId="1057372959" sldId="351"/>
            <ac:spMk id="19" creationId="{2FB4C35D-D434-0E50-8318-9CFAF1C98390}"/>
          </ac:spMkLst>
        </pc:spChg>
        <pc:spChg chg="add mod">
          <ac:chgData name="Gonzato, E. (Elia)" userId="6fe7f718-cb57-44f9-a1ed-36f4e9579e92" providerId="ADAL" clId="{D4D5A039-4906-4233-9861-5412901212BF}" dt="2026-03-19T12:59:41.098" v="685"/>
          <ac:spMkLst>
            <pc:docMk/>
            <pc:sldMk cId="1057372959" sldId="351"/>
            <ac:spMk id="20" creationId="{39267135-E594-91A9-DD47-8E5A0B3D90EF}"/>
          </ac:spMkLst>
        </pc:spChg>
        <pc:spChg chg="add mod">
          <ac:chgData name="Gonzato, E. (Elia)" userId="6fe7f718-cb57-44f9-a1ed-36f4e9579e92" providerId="ADAL" clId="{D4D5A039-4906-4233-9861-5412901212BF}" dt="2026-03-17T13:13:45.454" v="347" actId="1076"/>
          <ac:spMkLst>
            <pc:docMk/>
            <pc:sldMk cId="1057372959" sldId="351"/>
            <ac:spMk id="22" creationId="{1CF7A9BF-D2BA-51CA-3802-B58C9467C1C4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3:55.099" v="697"/>
        <pc:sldMkLst>
          <pc:docMk/>
          <pc:sldMk cId="2264906563" sldId="352"/>
        </pc:sldMkLst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4" creationId="{41B7F8DB-A0B1-2B67-8A06-5F81788A1DC0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5" creationId="{06C5D544-A39B-E0C4-950E-CA466162294B}"/>
          </ac:spMkLst>
        </pc:spChg>
        <pc:spChg chg="add del mod">
          <ac:chgData name="Gonzato, E. (Elia)" userId="6fe7f718-cb57-44f9-a1ed-36f4e9579e92" providerId="ADAL" clId="{D4D5A039-4906-4233-9861-5412901212BF}" dt="2026-03-19T13:03:54.749" v="696" actId="478"/>
          <ac:spMkLst>
            <pc:docMk/>
            <pc:sldMk cId="2264906563" sldId="352"/>
            <ac:spMk id="6" creationId="{477C9A49-001D-91D6-4E34-CBB1D54B3484}"/>
          </ac:spMkLst>
        </pc:spChg>
        <pc:spChg chg="add mod">
          <ac:chgData name="Gonzato, E. (Elia)" userId="6fe7f718-cb57-44f9-a1ed-36f4e9579e92" providerId="ADAL" clId="{D4D5A039-4906-4233-9861-5412901212BF}" dt="2026-03-17T13:13:27.034" v="342"/>
          <ac:spMkLst>
            <pc:docMk/>
            <pc:sldMk cId="2264906563" sldId="352"/>
            <ac:spMk id="7" creationId="{5B435675-55E4-4497-4EAB-B0FBA16BCB9D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8" creationId="{70C7B99F-F622-3EA0-2D8F-DB62B0733EE5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9" creationId="{50054669-99F8-E9E1-3C01-268D9E38410B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10" creationId="{5A9C816F-EB36-8C60-BE43-326FB2FAE908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13" creationId="{957ABA6A-EFEF-65CE-3B15-9EE696C69932}"/>
          </ac:spMkLst>
        </pc:spChg>
        <pc:spChg chg="add mod">
          <ac:chgData name="Gonzato, E. (Elia)" userId="6fe7f718-cb57-44f9-a1ed-36f4e9579e92" providerId="ADAL" clId="{D4D5A039-4906-4233-9861-5412901212BF}" dt="2026-03-17T09:50:21.589" v="78"/>
          <ac:spMkLst>
            <pc:docMk/>
            <pc:sldMk cId="2264906563" sldId="352"/>
            <ac:spMk id="14" creationId="{1C518773-B65D-9364-7777-7EF7FB476404}"/>
          </ac:spMkLst>
        </pc:spChg>
        <pc:spChg chg="add mod">
          <ac:chgData name="Gonzato, E. (Elia)" userId="6fe7f718-cb57-44f9-a1ed-36f4e9579e92" providerId="ADAL" clId="{D4D5A039-4906-4233-9861-5412901212BF}" dt="2026-03-19T13:03:55.099" v="697"/>
          <ac:spMkLst>
            <pc:docMk/>
            <pc:sldMk cId="2264906563" sldId="352"/>
            <ac:spMk id="16" creationId="{1D3BD8F3-C307-DDF8-4963-B05456394100}"/>
          </ac:spMkLst>
        </pc:spChg>
        <pc:spChg chg="add mod">
          <ac:chgData name="Gonzato, E. (Elia)" userId="6fe7f718-cb57-44f9-a1ed-36f4e9579e92" providerId="ADAL" clId="{D4D5A039-4906-4233-9861-5412901212BF}" dt="2026-03-17T13:13:56.768" v="351"/>
          <ac:spMkLst>
            <pc:docMk/>
            <pc:sldMk cId="2264906563" sldId="352"/>
            <ac:spMk id="18" creationId="{CB18AE1F-C5B3-D6C6-806A-DF95C63E74CC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5:55.487" v="706"/>
        <pc:sldMkLst>
          <pc:docMk/>
          <pc:sldMk cId="2506921012" sldId="353"/>
        </pc:sldMkLst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4" creationId="{0E3059C4-2152-283A-0140-11A27F906CC1}"/>
          </ac:spMkLst>
        </pc:spChg>
        <pc:spChg chg="add del mod">
          <ac:chgData name="Gonzato, E. (Elia)" userId="6fe7f718-cb57-44f9-a1ed-36f4e9579e92" providerId="ADAL" clId="{D4D5A039-4906-4233-9861-5412901212BF}" dt="2026-03-19T12:59:58.882" v="690" actId="478"/>
          <ac:spMkLst>
            <pc:docMk/>
            <pc:sldMk cId="2506921012" sldId="353"/>
            <ac:spMk id="6" creationId="{25A2EE58-20A2-6390-6F5D-37B9C0273B19}"/>
          </ac:spMkLst>
        </pc:spChg>
        <pc:spChg chg="add mod">
          <ac:chgData name="Gonzato, E. (Elia)" userId="6fe7f718-cb57-44f9-a1ed-36f4e9579e92" providerId="ADAL" clId="{D4D5A039-4906-4233-9861-5412901212BF}" dt="2026-03-17T13:13:22.804" v="340"/>
          <ac:spMkLst>
            <pc:docMk/>
            <pc:sldMk cId="2506921012" sldId="353"/>
            <ac:spMk id="7" creationId="{EDE8C3FE-7D30-3713-5C97-C63568F1B975}"/>
          </ac:spMkLst>
        </pc:spChg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10" creationId="{593D4219-AD45-3333-AC1E-71845BD3D64D}"/>
          </ac:spMkLst>
        </pc:spChg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15" creationId="{945D1B32-7CA2-CF25-E183-5FEEDF5D10D3}"/>
          </ac:spMkLst>
        </pc:spChg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17" creationId="{565D4A28-B423-CE06-5B1A-8CFDD7F375BB}"/>
          </ac:spMkLst>
        </pc:spChg>
        <pc:spChg chg="add del mod">
          <ac:chgData name="Gonzato, E. (Elia)" userId="6fe7f718-cb57-44f9-a1ed-36f4e9579e92" providerId="ADAL" clId="{D4D5A039-4906-4233-9861-5412901212BF}" dt="2026-03-19T12:59:53.006" v="688" actId="478"/>
          <ac:spMkLst>
            <pc:docMk/>
            <pc:sldMk cId="2506921012" sldId="353"/>
            <ac:spMk id="18" creationId="{0C00EDE5-0504-C478-7115-C3D1447D031D}"/>
          </ac:spMkLst>
        </pc:spChg>
        <pc:spChg chg="del">
          <ac:chgData name="Gonzato, E. (Elia)" userId="6fe7f718-cb57-44f9-a1ed-36f4e9579e92" providerId="ADAL" clId="{D4D5A039-4906-4233-9861-5412901212BF}" dt="2026-03-19T13:05:55.111" v="705" actId="478"/>
          <ac:spMkLst>
            <pc:docMk/>
            <pc:sldMk cId="2506921012" sldId="353"/>
            <ac:spMk id="19" creationId="{5320869C-D18D-D275-E8D5-F7F6D44E92E6}"/>
          </ac:spMkLst>
        </pc:spChg>
        <pc:spChg chg="add mod">
          <ac:chgData name="Gonzato, E. (Elia)" userId="6fe7f718-cb57-44f9-a1ed-36f4e9579e92" providerId="ADAL" clId="{D4D5A039-4906-4233-9861-5412901212BF}" dt="2026-03-19T12:59:53.307" v="689"/>
          <ac:spMkLst>
            <pc:docMk/>
            <pc:sldMk cId="2506921012" sldId="353"/>
            <ac:spMk id="20" creationId="{2BB34DB3-55FB-9E43-5A7C-FA0DC969BBB7}"/>
          </ac:spMkLst>
        </pc:spChg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21" creationId="{D998BF6B-4BD7-6B21-65A1-D0EFA990D8DF}"/>
          </ac:spMkLst>
        </pc:spChg>
        <pc:spChg chg="add mod">
          <ac:chgData name="Gonzato, E. (Elia)" userId="6fe7f718-cb57-44f9-a1ed-36f4e9579e92" providerId="ADAL" clId="{D4D5A039-4906-4233-9861-5412901212BF}" dt="2026-03-17T09:50:03.234" v="75"/>
          <ac:spMkLst>
            <pc:docMk/>
            <pc:sldMk cId="2506921012" sldId="353"/>
            <ac:spMk id="22" creationId="{7469EACF-BD53-664A-D05A-25A66D3CF990}"/>
          </ac:spMkLst>
        </pc:spChg>
        <pc:spChg chg="add mod">
          <ac:chgData name="Gonzato, E. (Elia)" userId="6fe7f718-cb57-44f9-a1ed-36f4e9579e92" providerId="ADAL" clId="{D4D5A039-4906-4233-9861-5412901212BF}" dt="2026-03-19T12:59:59.187" v="691"/>
          <ac:spMkLst>
            <pc:docMk/>
            <pc:sldMk cId="2506921012" sldId="353"/>
            <ac:spMk id="23" creationId="{A5EBC9D8-BC1F-6394-7D06-7EE126B8923F}"/>
          </ac:spMkLst>
        </pc:spChg>
        <pc:spChg chg="add mod">
          <ac:chgData name="Gonzato, E. (Elia)" userId="6fe7f718-cb57-44f9-a1ed-36f4e9579e92" providerId="ADAL" clId="{D4D5A039-4906-4233-9861-5412901212BF}" dt="2026-03-17T13:13:52.178" v="349"/>
          <ac:spMkLst>
            <pc:docMk/>
            <pc:sldMk cId="2506921012" sldId="353"/>
            <ac:spMk id="24" creationId="{0A6E7CB8-16AA-F2C1-C6D1-8E7A9AA0BFC3}"/>
          </ac:spMkLst>
        </pc:spChg>
        <pc:spChg chg="add mod">
          <ac:chgData name="Gonzato, E. (Elia)" userId="6fe7f718-cb57-44f9-a1ed-36f4e9579e92" providerId="ADAL" clId="{D4D5A039-4906-4233-9861-5412901212BF}" dt="2026-03-19T13:05:55.487" v="706"/>
          <ac:spMkLst>
            <pc:docMk/>
            <pc:sldMk cId="2506921012" sldId="353"/>
            <ac:spMk id="26" creationId="{42A80E7F-9F00-B644-A6FC-8656AF60E8D3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7T13:19:40.379" v="532" actId="478"/>
        <pc:sldMkLst>
          <pc:docMk/>
          <pc:sldMk cId="1422359114" sldId="354"/>
        </pc:sldMkLst>
        <pc:spChg chg="add mod">
          <ac:chgData name="Gonzato, E. (Elia)" userId="6fe7f718-cb57-44f9-a1ed-36f4e9579e92" providerId="ADAL" clId="{D4D5A039-4906-4233-9861-5412901212BF}" dt="2026-03-17T13:14:29.190" v="364" actId="20577"/>
          <ac:spMkLst>
            <pc:docMk/>
            <pc:sldMk cId="1422359114" sldId="354"/>
            <ac:spMk id="2" creationId="{D9C9A649-CA68-FA93-8E03-D4BD5A49497C}"/>
          </ac:spMkLst>
        </pc:spChg>
        <pc:spChg chg="add mod">
          <ac:chgData name="Gonzato, E. (Elia)" userId="6fe7f718-cb57-44f9-a1ed-36f4e9579e92" providerId="ADAL" clId="{D4D5A039-4906-4233-9861-5412901212BF}" dt="2026-03-17T09:50:45.700" v="85"/>
          <ac:spMkLst>
            <pc:docMk/>
            <pc:sldMk cId="1422359114" sldId="354"/>
            <ac:spMk id="5" creationId="{EF0ED365-9E9C-906E-D68A-24941124C900}"/>
          </ac:spMkLst>
        </pc:spChg>
        <pc:picChg chg="add mod">
          <ac:chgData name="Gonzato, E. (Elia)" userId="6fe7f718-cb57-44f9-a1ed-36f4e9579e92" providerId="ADAL" clId="{D4D5A039-4906-4233-9861-5412901212BF}" dt="2026-03-17T09:50:45.700" v="85"/>
          <ac:picMkLst>
            <pc:docMk/>
            <pc:sldMk cId="1422359114" sldId="354"/>
            <ac:picMk id="3" creationId="{221C5A63-2231-85BF-B14C-AF039CCFFC3C}"/>
          </ac:picMkLst>
        </pc:picChg>
        <pc:picChg chg="add mod">
          <ac:chgData name="Gonzato, E. (Elia)" userId="6fe7f718-cb57-44f9-a1ed-36f4e9579e92" providerId="ADAL" clId="{D4D5A039-4906-4233-9861-5412901212BF}" dt="2026-03-17T09:50:45.700" v="85"/>
          <ac:picMkLst>
            <pc:docMk/>
            <pc:sldMk cId="1422359114" sldId="354"/>
            <ac:picMk id="4" creationId="{10174C86-8D4B-0B31-0D65-37068D6BAE64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9T13:00:03.809" v="693"/>
        <pc:sldMkLst>
          <pc:docMk/>
          <pc:sldMk cId="1775398311" sldId="355"/>
        </pc:sldMkLst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4" creationId="{FA1B4534-FC64-2DD7-F346-FAF89E33BB22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5" creationId="{FC4D1288-B114-16DA-D755-1510D9BA3DC7}"/>
          </ac:spMkLst>
        </pc:spChg>
        <pc:spChg chg="add del mod">
          <ac:chgData name="Gonzato, E. (Elia)" userId="6fe7f718-cb57-44f9-a1ed-36f4e9579e92" providerId="ADAL" clId="{D4D5A039-4906-4233-9861-5412901212BF}" dt="2026-03-19T13:00:03.396" v="692" actId="478"/>
          <ac:spMkLst>
            <pc:docMk/>
            <pc:sldMk cId="1775398311" sldId="355"/>
            <ac:spMk id="6" creationId="{614FBB93-34CE-6642-2957-50C1B604D5E8}"/>
          </ac:spMkLst>
        </pc:spChg>
        <pc:spChg chg="add mod">
          <ac:chgData name="Gonzato, E. (Elia)" userId="6fe7f718-cb57-44f9-a1ed-36f4e9579e92" providerId="ADAL" clId="{D4D5A039-4906-4233-9861-5412901212BF}" dt="2026-03-17T13:13:31.310" v="344"/>
          <ac:spMkLst>
            <pc:docMk/>
            <pc:sldMk cId="1775398311" sldId="355"/>
            <ac:spMk id="7" creationId="{666FC8EC-98E5-6E96-E019-22DDB5F0EBDB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8" creationId="{DC3936A5-3F6B-AFC5-6561-8D4904433D7C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11" creationId="{7555A2B5-FA98-BC5A-6481-0DE6F3446A4F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12" creationId="{94F4C4FC-9B86-3A25-71D9-E867131FE88E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13" creationId="{C0AC4C75-A780-6508-16C6-B4A5FC86E994}"/>
          </ac:spMkLst>
        </pc:spChg>
        <pc:spChg chg="add mod">
          <ac:chgData name="Gonzato, E. (Elia)" userId="6fe7f718-cb57-44f9-a1ed-36f4e9579e92" providerId="ADAL" clId="{D4D5A039-4906-4233-9861-5412901212BF}" dt="2026-03-17T09:50:31.749" v="80"/>
          <ac:spMkLst>
            <pc:docMk/>
            <pc:sldMk cId="1775398311" sldId="355"/>
            <ac:spMk id="14" creationId="{E98DEF4C-D61A-E805-322A-DA09370CE6AF}"/>
          </ac:spMkLst>
        </pc:spChg>
        <pc:spChg chg="add mod">
          <ac:chgData name="Gonzato, E. (Elia)" userId="6fe7f718-cb57-44f9-a1ed-36f4e9579e92" providerId="ADAL" clId="{D4D5A039-4906-4233-9861-5412901212BF}" dt="2026-03-19T13:00:03.809" v="693"/>
          <ac:spMkLst>
            <pc:docMk/>
            <pc:sldMk cId="1775398311" sldId="355"/>
            <ac:spMk id="15" creationId="{18F2812D-2292-A3E4-AB2D-6A679D26D1BA}"/>
          </ac:spMkLst>
        </pc:spChg>
        <pc:spChg chg="add mod">
          <ac:chgData name="Gonzato, E. (Elia)" userId="6fe7f718-cb57-44f9-a1ed-36f4e9579e92" providerId="ADAL" clId="{D4D5A039-4906-4233-9861-5412901212BF}" dt="2026-03-17T13:14:01.097" v="353"/>
          <ac:spMkLst>
            <pc:docMk/>
            <pc:sldMk cId="1775398311" sldId="355"/>
            <ac:spMk id="17" creationId="{294E8945-D00F-6AA9-9350-1650832C237F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7T13:19:43.857" v="533" actId="478"/>
        <pc:sldMkLst>
          <pc:docMk/>
          <pc:sldMk cId="3524329252" sldId="356"/>
        </pc:sldMkLst>
        <pc:spChg chg="add mod">
          <ac:chgData name="Gonzato, E. (Elia)" userId="6fe7f718-cb57-44f9-a1ed-36f4e9579e92" providerId="ADAL" clId="{D4D5A039-4906-4233-9861-5412901212BF}" dt="2026-03-17T09:50:59.628" v="86"/>
          <ac:spMkLst>
            <pc:docMk/>
            <pc:sldMk cId="3524329252" sldId="356"/>
            <ac:spMk id="3" creationId="{41F67517-811F-FAAA-3E38-D903DBFD7B74}"/>
          </ac:spMkLst>
        </pc:spChg>
        <pc:spChg chg="add mod">
          <ac:chgData name="Gonzato, E. (Elia)" userId="6fe7f718-cb57-44f9-a1ed-36f4e9579e92" providerId="ADAL" clId="{D4D5A039-4906-4233-9861-5412901212BF}" dt="2026-03-17T13:18:30.374" v="516" actId="14100"/>
          <ac:spMkLst>
            <pc:docMk/>
            <pc:sldMk cId="3524329252" sldId="356"/>
            <ac:spMk id="4" creationId="{AD1CA324-AC40-38B8-D4B6-285A616A97E4}"/>
          </ac:spMkLst>
        </pc:spChg>
        <pc:spChg chg="add mod">
          <ac:chgData name="Gonzato, E. (Elia)" userId="6fe7f718-cb57-44f9-a1ed-36f4e9579e92" providerId="ADAL" clId="{D4D5A039-4906-4233-9861-5412901212BF}" dt="2026-03-17T13:14:34.406" v="366"/>
          <ac:spMkLst>
            <pc:docMk/>
            <pc:sldMk cId="3524329252" sldId="356"/>
            <ac:spMk id="7" creationId="{DE11B332-3485-F2FE-1D63-4A84F0B56502}"/>
          </ac:spMkLst>
        </pc:spChg>
        <pc:picChg chg="add mod">
          <ac:chgData name="Gonzato, E. (Elia)" userId="6fe7f718-cb57-44f9-a1ed-36f4e9579e92" providerId="ADAL" clId="{D4D5A039-4906-4233-9861-5412901212BF}" dt="2026-03-17T09:50:59.628" v="86"/>
          <ac:picMkLst>
            <pc:docMk/>
            <pc:sldMk cId="3524329252" sldId="356"/>
            <ac:picMk id="2" creationId="{07660F07-E2E4-F753-3B9E-3EA8D859F228}"/>
          </ac:picMkLst>
        </pc:picChg>
        <pc:picChg chg="add mod">
          <ac:chgData name="Gonzato, E. (Elia)" userId="6fe7f718-cb57-44f9-a1ed-36f4e9579e92" providerId="ADAL" clId="{D4D5A039-4906-4233-9861-5412901212BF}" dt="2026-03-17T09:50:59.628" v="86"/>
          <ac:picMkLst>
            <pc:docMk/>
            <pc:sldMk cId="3524329252" sldId="356"/>
            <ac:picMk id="5" creationId="{72FD7C61-5F3F-B550-447E-CE7EBD891DA0}"/>
          </ac:picMkLst>
        </pc:picChg>
        <pc:picChg chg="add mod">
          <ac:chgData name="Gonzato, E. (Elia)" userId="6fe7f718-cb57-44f9-a1ed-36f4e9579e92" providerId="ADAL" clId="{D4D5A039-4906-4233-9861-5412901212BF}" dt="2026-03-17T09:50:59.628" v="86"/>
          <ac:picMkLst>
            <pc:docMk/>
            <pc:sldMk cId="3524329252" sldId="356"/>
            <ac:picMk id="6" creationId="{59B5685F-5A56-C1FB-EA00-C84C1659EC73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7T13:19:48.597" v="534" actId="478"/>
        <pc:sldMkLst>
          <pc:docMk/>
          <pc:sldMk cId="1870451962" sldId="357"/>
        </pc:sldMkLst>
        <pc:spChg chg="add mod">
          <ac:chgData name="Gonzato, E. (Elia)" userId="6fe7f718-cb57-44f9-a1ed-36f4e9579e92" providerId="ADAL" clId="{D4D5A039-4906-4233-9861-5412901212BF}" dt="2026-03-17T09:51:21.449" v="88"/>
          <ac:spMkLst>
            <pc:docMk/>
            <pc:sldMk cId="1870451962" sldId="357"/>
            <ac:spMk id="3" creationId="{B70CD1C1-EC58-B5D8-F700-BD8E5DD3DF9C}"/>
          </ac:spMkLst>
        </pc:spChg>
        <pc:spChg chg="add mod">
          <ac:chgData name="Gonzato, E. (Elia)" userId="6fe7f718-cb57-44f9-a1ed-36f4e9579e92" providerId="ADAL" clId="{D4D5A039-4906-4233-9861-5412901212BF}" dt="2026-03-17T09:51:21.449" v="88"/>
          <ac:spMkLst>
            <pc:docMk/>
            <pc:sldMk cId="1870451962" sldId="357"/>
            <ac:spMk id="4" creationId="{629ECE34-40B3-E0F5-8D6B-DD6765E54467}"/>
          </ac:spMkLst>
        </pc:spChg>
        <pc:spChg chg="add mod">
          <ac:chgData name="Gonzato, E. (Elia)" userId="6fe7f718-cb57-44f9-a1ed-36f4e9579e92" providerId="ADAL" clId="{D4D5A039-4906-4233-9861-5412901212BF}" dt="2026-03-17T13:14:38.264" v="368"/>
          <ac:spMkLst>
            <pc:docMk/>
            <pc:sldMk cId="1870451962" sldId="357"/>
            <ac:spMk id="8" creationId="{DF38D885-2F7F-57CA-24F6-EBC6A8D8F6C6}"/>
          </ac:spMkLst>
        </pc:spChg>
        <pc:spChg chg="add mod">
          <ac:chgData name="Gonzato, E. (Elia)" userId="6fe7f718-cb57-44f9-a1ed-36f4e9579e92" providerId="ADAL" clId="{D4D5A039-4906-4233-9861-5412901212BF}" dt="2026-03-17T13:18:36.333" v="518"/>
          <ac:spMkLst>
            <pc:docMk/>
            <pc:sldMk cId="1870451962" sldId="357"/>
            <ac:spMk id="11" creationId="{8335BEB3-9A70-D65E-3F01-ABDADC3BDF39}"/>
          </ac:spMkLst>
        </pc:spChg>
        <pc:picChg chg="add mod">
          <ac:chgData name="Gonzato, E. (Elia)" userId="6fe7f718-cb57-44f9-a1ed-36f4e9579e92" providerId="ADAL" clId="{D4D5A039-4906-4233-9861-5412901212BF}" dt="2026-03-17T09:51:21.449" v="88"/>
          <ac:picMkLst>
            <pc:docMk/>
            <pc:sldMk cId="1870451962" sldId="357"/>
            <ac:picMk id="2" creationId="{283866D9-3390-4E89-8F00-67B550BF16C9}"/>
          </ac:picMkLst>
        </pc:picChg>
        <pc:picChg chg="add mod">
          <ac:chgData name="Gonzato, E. (Elia)" userId="6fe7f718-cb57-44f9-a1ed-36f4e9579e92" providerId="ADAL" clId="{D4D5A039-4906-4233-9861-5412901212BF}" dt="2026-03-17T09:51:21.449" v="88"/>
          <ac:picMkLst>
            <pc:docMk/>
            <pc:sldMk cId="1870451962" sldId="357"/>
            <ac:picMk id="5" creationId="{52EFEA7E-425E-9581-3798-302BC74B733D}"/>
          </ac:picMkLst>
        </pc:picChg>
        <pc:picChg chg="add mod">
          <ac:chgData name="Gonzato, E. (Elia)" userId="6fe7f718-cb57-44f9-a1ed-36f4e9579e92" providerId="ADAL" clId="{D4D5A039-4906-4233-9861-5412901212BF}" dt="2026-03-17T09:51:21.449" v="88"/>
          <ac:picMkLst>
            <pc:docMk/>
            <pc:sldMk cId="1870451962" sldId="357"/>
            <ac:picMk id="6" creationId="{1F349E73-0AB7-09EB-23D3-016C5A512BF4}"/>
          </ac:picMkLst>
        </pc:picChg>
        <pc:picChg chg="add mod">
          <ac:chgData name="Gonzato, E. (Elia)" userId="6fe7f718-cb57-44f9-a1ed-36f4e9579e92" providerId="ADAL" clId="{D4D5A039-4906-4233-9861-5412901212BF}" dt="2026-03-17T09:51:21.449" v="88"/>
          <ac:picMkLst>
            <pc:docMk/>
            <pc:sldMk cId="1870451962" sldId="357"/>
            <ac:picMk id="9" creationId="{DC2B3734-BBD3-0B08-8DA4-E431D67B9B99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9T13:04:18.869" v="698" actId="20577"/>
        <pc:sldMkLst>
          <pc:docMk/>
          <pc:sldMk cId="1962048626" sldId="361"/>
        </pc:sldMkLst>
        <pc:spChg chg="add mod">
          <ac:chgData name="Gonzato, E. (Elia)" userId="6fe7f718-cb57-44f9-a1ed-36f4e9579e92" providerId="ADAL" clId="{D4D5A039-4906-4233-9861-5412901212BF}" dt="2026-03-17T12:36:49.812" v="309" actId="1582"/>
          <ac:spMkLst>
            <pc:docMk/>
            <pc:sldMk cId="1962048626" sldId="361"/>
            <ac:spMk id="2" creationId="{C0F8C410-929B-A756-B8EE-FCBA7251361A}"/>
          </ac:spMkLst>
        </pc:spChg>
        <pc:spChg chg="add mod">
          <ac:chgData name="Gonzato, E. (Elia)" userId="6fe7f718-cb57-44f9-a1ed-36f4e9579e92" providerId="ADAL" clId="{D4D5A039-4906-4233-9861-5412901212BF}" dt="2026-03-17T12:36:49.812" v="309" actId="1582"/>
          <ac:spMkLst>
            <pc:docMk/>
            <pc:sldMk cId="1962048626" sldId="361"/>
            <ac:spMk id="3" creationId="{C0C5891E-AA1E-8D31-932F-39E48EA4F0FC}"/>
          </ac:spMkLst>
        </pc:spChg>
        <pc:spChg chg="add mod">
          <ac:chgData name="Gonzato, E. (Elia)" userId="6fe7f718-cb57-44f9-a1ed-36f4e9579e92" providerId="ADAL" clId="{D4D5A039-4906-4233-9861-5412901212BF}" dt="2026-03-17T12:36:49.812" v="309" actId="1582"/>
          <ac:spMkLst>
            <pc:docMk/>
            <pc:sldMk cId="1962048626" sldId="361"/>
            <ac:spMk id="4" creationId="{95251656-208E-65B3-9302-8EADC4F21539}"/>
          </ac:spMkLst>
        </pc:spChg>
        <pc:spChg chg="add mod">
          <ac:chgData name="Gonzato, E. (Elia)" userId="6fe7f718-cb57-44f9-a1ed-36f4e9579e92" providerId="ADAL" clId="{D4D5A039-4906-4233-9861-5412901212BF}" dt="2026-03-17T09:52:15.449" v="100"/>
          <ac:spMkLst>
            <pc:docMk/>
            <pc:sldMk cId="1962048626" sldId="361"/>
            <ac:spMk id="5" creationId="{453A922C-5109-8901-9CB1-5BB458FC8434}"/>
          </ac:spMkLst>
        </pc:spChg>
        <pc:spChg chg="add mod">
          <ac:chgData name="Gonzato, E. (Elia)" userId="6fe7f718-cb57-44f9-a1ed-36f4e9579e92" providerId="ADAL" clId="{D4D5A039-4906-4233-9861-5412901212BF}" dt="2026-03-17T09:52:15.449" v="100"/>
          <ac:spMkLst>
            <pc:docMk/>
            <pc:sldMk cId="1962048626" sldId="361"/>
            <ac:spMk id="6" creationId="{FF32943A-54B9-B12D-8B1F-CC3BE9C25464}"/>
          </ac:spMkLst>
        </pc:spChg>
        <pc:spChg chg="add mod">
          <ac:chgData name="Gonzato, E. (Elia)" userId="6fe7f718-cb57-44f9-a1ed-36f4e9579e92" providerId="ADAL" clId="{D4D5A039-4906-4233-9861-5412901212BF}" dt="2026-03-17T09:52:15.449" v="100"/>
          <ac:spMkLst>
            <pc:docMk/>
            <pc:sldMk cId="1962048626" sldId="361"/>
            <ac:spMk id="7" creationId="{0B4D3496-9B22-63B2-650F-0E37DCD129A7}"/>
          </ac:spMkLst>
        </pc:spChg>
        <pc:spChg chg="mod">
          <ac:chgData name="Gonzato, E. (Elia)" userId="6fe7f718-cb57-44f9-a1ed-36f4e9579e92" providerId="ADAL" clId="{D4D5A039-4906-4233-9861-5412901212BF}" dt="2026-03-17T12:36:49.812" v="309" actId="1582"/>
          <ac:spMkLst>
            <pc:docMk/>
            <pc:sldMk cId="1962048626" sldId="361"/>
            <ac:spMk id="8" creationId="{BC7172EE-9325-2568-30F3-9E87B20C7A5E}"/>
          </ac:spMkLst>
        </pc:spChg>
        <pc:spChg chg="add mod">
          <ac:chgData name="Gonzato, E. (Elia)" userId="6fe7f718-cb57-44f9-a1ed-36f4e9579e92" providerId="ADAL" clId="{D4D5A039-4906-4233-9861-5412901212BF}" dt="2026-03-17T09:52:15.449" v="100"/>
          <ac:spMkLst>
            <pc:docMk/>
            <pc:sldMk cId="1962048626" sldId="361"/>
            <ac:spMk id="9" creationId="{87371FD6-7D65-FE15-2B36-6F9F5E363289}"/>
          </ac:spMkLst>
        </pc:spChg>
        <pc:spChg chg="add mod">
          <ac:chgData name="Gonzato, E. (Elia)" userId="6fe7f718-cb57-44f9-a1ed-36f4e9579e92" providerId="ADAL" clId="{D4D5A039-4906-4233-9861-5412901212BF}" dt="2026-03-19T13:04:18.869" v="698" actId="20577"/>
          <ac:spMkLst>
            <pc:docMk/>
            <pc:sldMk cId="1962048626" sldId="361"/>
            <ac:spMk id="11" creationId="{7A2B2CA1-6A57-FF0B-8102-2BE4F87C9D53}"/>
          </ac:spMkLst>
        </pc:spChg>
        <pc:spChg chg="add mod">
          <ac:chgData name="Gonzato, E. (Elia)" userId="6fe7f718-cb57-44f9-a1ed-36f4e9579e92" providerId="ADAL" clId="{D4D5A039-4906-4233-9861-5412901212BF}" dt="2026-03-17T09:52:15.449" v="100"/>
          <ac:spMkLst>
            <pc:docMk/>
            <pc:sldMk cId="1962048626" sldId="361"/>
            <ac:spMk id="20" creationId="{62EE8A87-27C7-118B-8065-C2E3F536AAAF}"/>
          </ac:spMkLst>
        </pc:spChg>
        <pc:spChg chg="add mod">
          <ac:chgData name="Gonzato, E. (Elia)" userId="6fe7f718-cb57-44f9-a1ed-36f4e9579e92" providerId="ADAL" clId="{D4D5A039-4906-4233-9861-5412901212BF}" dt="2026-03-17T12:31:46.660" v="263" actId="34135"/>
          <ac:spMkLst>
            <pc:docMk/>
            <pc:sldMk cId="1962048626" sldId="361"/>
            <ac:spMk id="22" creationId="{0F4D0CEF-AE67-C62B-B184-5935BC87B39E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4:32.519" v="702" actId="20577"/>
        <pc:sldMkLst>
          <pc:docMk/>
          <pc:sldMk cId="2443352464" sldId="362"/>
        </pc:sldMkLst>
        <pc:spChg chg="add mod">
          <ac:chgData name="Gonzato, E. (Elia)" userId="6fe7f718-cb57-44f9-a1ed-36f4e9579e92" providerId="ADAL" clId="{D4D5A039-4906-4233-9861-5412901212BF}" dt="2026-03-19T13:04:32.519" v="702" actId="20577"/>
          <ac:spMkLst>
            <pc:docMk/>
            <pc:sldMk cId="2443352464" sldId="362"/>
            <ac:spMk id="2" creationId="{D206A679-AE1D-59CE-C41B-813B48E0392F}"/>
          </ac:spMkLst>
        </pc:spChg>
        <pc:spChg chg="add mod">
          <ac:chgData name="Gonzato, E. (Elia)" userId="6fe7f718-cb57-44f9-a1ed-36f4e9579e92" providerId="ADAL" clId="{D4D5A039-4906-4233-9861-5412901212BF}" dt="2026-03-17T09:52:33.923" v="103"/>
          <ac:spMkLst>
            <pc:docMk/>
            <pc:sldMk cId="2443352464" sldId="362"/>
            <ac:spMk id="4" creationId="{7EC4894C-2B2D-45B5-B50D-1E0C0CBF0113}"/>
          </ac:spMkLst>
        </pc:spChg>
        <pc:picChg chg="add mod">
          <ac:chgData name="Gonzato, E. (Elia)" userId="6fe7f718-cb57-44f9-a1ed-36f4e9579e92" providerId="ADAL" clId="{D4D5A039-4906-4233-9861-5412901212BF}" dt="2026-03-17T09:52:33.923" v="103"/>
          <ac:picMkLst>
            <pc:docMk/>
            <pc:sldMk cId="2443352464" sldId="362"/>
            <ac:picMk id="3" creationId="{02685338-CF02-EBC0-F0F3-AC8AFF9D420D}"/>
          </ac:picMkLst>
        </pc:picChg>
        <pc:picChg chg="add mod">
          <ac:chgData name="Gonzato, E. (Elia)" userId="6fe7f718-cb57-44f9-a1ed-36f4e9579e92" providerId="ADAL" clId="{D4D5A039-4906-4233-9861-5412901212BF}" dt="2026-03-17T09:52:33.923" v="103"/>
          <ac:picMkLst>
            <pc:docMk/>
            <pc:sldMk cId="2443352464" sldId="362"/>
            <ac:picMk id="5" creationId="{A038075E-9CF3-4AD0-EF84-2062D64F5654}"/>
          </ac:picMkLst>
        </pc:picChg>
        <pc:picChg chg="add mod">
          <ac:chgData name="Gonzato, E. (Elia)" userId="6fe7f718-cb57-44f9-a1ed-36f4e9579e92" providerId="ADAL" clId="{D4D5A039-4906-4233-9861-5412901212BF}" dt="2026-03-17T09:52:33.923" v="103"/>
          <ac:picMkLst>
            <pc:docMk/>
            <pc:sldMk cId="2443352464" sldId="362"/>
            <ac:picMk id="6" creationId="{FAF99EC4-FF64-7ABD-D4BC-1798B10556FE}"/>
          </ac:picMkLst>
        </pc:picChg>
      </pc:sldChg>
      <pc:sldChg chg="addSp delSp modSp add del mod">
        <pc:chgData name="Gonzato, E. (Elia)" userId="6fe7f718-cb57-44f9-a1ed-36f4e9579e92" providerId="ADAL" clId="{D4D5A039-4906-4233-9861-5412901212BF}" dt="2026-03-18T07:09:46.413" v="664" actId="47"/>
        <pc:sldMkLst>
          <pc:docMk/>
          <pc:sldMk cId="1300214040" sldId="363"/>
        </pc:sldMkLst>
      </pc:sldChg>
      <pc:sldChg chg="addSp delSp modSp add mod">
        <pc:chgData name="Gonzato, E. (Elia)" userId="6fe7f718-cb57-44f9-a1ed-36f4e9579e92" providerId="ADAL" clId="{D4D5A039-4906-4233-9861-5412901212BF}" dt="2026-03-17T14:00:13.834" v="645"/>
        <pc:sldMkLst>
          <pc:docMk/>
          <pc:sldMk cId="2387900688" sldId="366"/>
        </pc:sldMkLst>
        <pc:spChg chg="add mod">
          <ac:chgData name="Gonzato, E. (Elia)" userId="6fe7f718-cb57-44f9-a1ed-36f4e9579e92" providerId="ADAL" clId="{D4D5A039-4906-4233-9861-5412901212BF}" dt="2026-03-17T14:00:13.834" v="645"/>
          <ac:spMkLst>
            <pc:docMk/>
            <pc:sldMk cId="2387900688" sldId="366"/>
            <ac:spMk id="2" creationId="{9908485A-D825-0704-5BBE-43FC68ABDD15}"/>
          </ac:spMkLst>
        </pc:spChg>
        <pc:spChg chg="add mod">
          <ac:chgData name="Gonzato, E. (Elia)" userId="6fe7f718-cb57-44f9-a1ed-36f4e9579e92" providerId="ADAL" clId="{D4D5A039-4906-4233-9861-5412901212BF}" dt="2026-03-17T13:16:42.094" v="469" actId="20577"/>
          <ac:spMkLst>
            <pc:docMk/>
            <pc:sldMk cId="2387900688" sldId="366"/>
            <ac:spMk id="3" creationId="{FDF3EBA9-6DFF-60FE-9F1C-EE9A52FC714F}"/>
          </ac:spMkLst>
        </pc:spChg>
        <pc:spChg chg="add mod">
          <ac:chgData name="Gonzato, E. (Elia)" userId="6fe7f718-cb57-44f9-a1ed-36f4e9579e92" providerId="ADAL" clId="{D4D5A039-4906-4233-9861-5412901212BF}" dt="2026-03-17T14:00:13.834" v="645"/>
          <ac:spMkLst>
            <pc:docMk/>
            <pc:sldMk cId="2387900688" sldId="366"/>
            <ac:spMk id="5" creationId="{1777B033-3B97-C605-FC85-F655C3C656B3}"/>
          </ac:spMkLst>
        </pc:spChg>
        <pc:spChg chg="add mod">
          <ac:chgData name="Gonzato, E. (Elia)" userId="6fe7f718-cb57-44f9-a1ed-36f4e9579e92" providerId="ADAL" clId="{D4D5A039-4906-4233-9861-5412901212BF}" dt="2026-03-17T14:00:13.834" v="645"/>
          <ac:spMkLst>
            <pc:docMk/>
            <pc:sldMk cId="2387900688" sldId="366"/>
            <ac:spMk id="6" creationId="{9162EC3C-889E-113C-7DAC-CBF4F9A10A32}"/>
          </ac:spMkLst>
        </pc:spChg>
      </pc:sldChg>
      <pc:sldChg chg="addSp delSp modSp add del mod">
        <pc:chgData name="Gonzato, E. (Elia)" userId="6fe7f718-cb57-44f9-a1ed-36f4e9579e92" providerId="ADAL" clId="{D4D5A039-4906-4233-9861-5412901212BF}" dt="2026-03-18T07:09:46.413" v="664" actId="47"/>
        <pc:sldMkLst>
          <pc:docMk/>
          <pc:sldMk cId="2091951350" sldId="367"/>
        </pc:sldMkLst>
      </pc:sldChg>
      <pc:sldChg chg="addSp delSp modSp add mod">
        <pc:chgData name="Gonzato, E. (Elia)" userId="6fe7f718-cb57-44f9-a1ed-36f4e9579e92" providerId="ADAL" clId="{D4D5A039-4906-4233-9861-5412901212BF}" dt="2026-03-18T07:09:58.567" v="668" actId="20577"/>
        <pc:sldMkLst>
          <pc:docMk/>
          <pc:sldMk cId="3080579652" sldId="368"/>
        </pc:sldMkLst>
        <pc:spChg chg="mod">
          <ac:chgData name="Gonzato, E. (Elia)" userId="6fe7f718-cb57-44f9-a1ed-36f4e9579e92" providerId="ADAL" clId="{D4D5A039-4906-4233-9861-5412901212BF}" dt="2026-03-18T07:09:58.567" v="668" actId="20577"/>
          <ac:spMkLst>
            <pc:docMk/>
            <pc:sldMk cId="3080579652" sldId="368"/>
            <ac:spMk id="3" creationId="{F9CDE556-D01A-B6DC-5786-82B02258B5A2}"/>
          </ac:spMkLst>
        </pc:spChg>
        <pc:spChg chg="add mod">
          <ac:chgData name="Gonzato, E. (Elia)" userId="6fe7f718-cb57-44f9-a1ed-36f4e9579e92" providerId="ADAL" clId="{D4D5A039-4906-4233-9861-5412901212BF}" dt="2026-03-17T13:16:35.826" v="458"/>
          <ac:spMkLst>
            <pc:docMk/>
            <pc:sldMk cId="3080579652" sldId="368"/>
            <ac:spMk id="4" creationId="{8D9CD868-38FC-A8BC-1123-20B064A2AF0A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7T13:20:26.615" v="542" actId="478"/>
        <pc:sldMkLst>
          <pc:docMk/>
          <pc:sldMk cId="1301628622" sldId="369"/>
        </pc:sldMkLst>
        <pc:spChg chg="add mod">
          <ac:chgData name="Gonzato, E. (Elia)" userId="6fe7f718-cb57-44f9-a1ed-36f4e9579e92" providerId="ADAL" clId="{D4D5A039-4906-4233-9861-5412901212BF}" dt="2026-03-17T13:16:56.879" v="472" actId="404"/>
          <ac:spMkLst>
            <pc:docMk/>
            <pc:sldMk cId="1301628622" sldId="369"/>
            <ac:spMk id="2" creationId="{1EF9ABB4-A00A-8CAB-1160-A9BC1CFE730F}"/>
          </ac:spMkLst>
        </pc:spChg>
        <pc:spChg chg="add mod">
          <ac:chgData name="Gonzato, E. (Elia)" userId="6fe7f718-cb57-44f9-a1ed-36f4e9579e92" providerId="ADAL" clId="{D4D5A039-4906-4233-9861-5412901212BF}" dt="2026-03-17T09:53:27.367" v="123"/>
          <ac:spMkLst>
            <pc:docMk/>
            <pc:sldMk cId="1301628622" sldId="369"/>
            <ac:spMk id="3" creationId="{D02E81BA-6788-A819-CE28-5AC7918087BC}"/>
          </ac:spMkLst>
        </pc:spChg>
        <pc:picChg chg="add mod">
          <ac:chgData name="Gonzato, E. (Elia)" userId="6fe7f718-cb57-44f9-a1ed-36f4e9579e92" providerId="ADAL" clId="{D4D5A039-4906-4233-9861-5412901212BF}" dt="2026-03-17T09:53:27.367" v="123"/>
          <ac:picMkLst>
            <pc:docMk/>
            <pc:sldMk cId="1301628622" sldId="369"/>
            <ac:picMk id="5" creationId="{A76B60F9-8F5A-ACE1-4263-5CD2A8519E83}"/>
          </ac:picMkLst>
        </pc:picChg>
        <pc:picChg chg="add mod">
          <ac:chgData name="Gonzato, E. (Elia)" userId="6fe7f718-cb57-44f9-a1ed-36f4e9579e92" providerId="ADAL" clId="{D4D5A039-4906-4233-9861-5412901212BF}" dt="2026-03-17T09:53:27.367" v="123"/>
          <ac:picMkLst>
            <pc:docMk/>
            <pc:sldMk cId="1301628622" sldId="369"/>
            <ac:picMk id="7" creationId="{86F0A935-F20F-F78C-0057-34E12F62A586}"/>
          </ac:picMkLst>
        </pc:picChg>
      </pc:sldChg>
      <pc:sldChg chg="addSp delSp modSp add mod">
        <pc:chgData name="Gonzato, E. (Elia)" userId="6fe7f718-cb57-44f9-a1ed-36f4e9579e92" providerId="ADAL" clId="{D4D5A039-4906-4233-9861-5412901212BF}" dt="2026-03-17T13:20:29.929" v="543" actId="478"/>
        <pc:sldMkLst>
          <pc:docMk/>
          <pc:sldMk cId="4207355819" sldId="370"/>
        </pc:sldMkLst>
        <pc:spChg chg="add mod">
          <ac:chgData name="Gonzato, E. (Elia)" userId="6fe7f718-cb57-44f9-a1ed-36f4e9579e92" providerId="ADAL" clId="{D4D5A039-4906-4233-9861-5412901212BF}" dt="2026-03-17T13:17:03.363" v="474"/>
          <ac:spMkLst>
            <pc:docMk/>
            <pc:sldMk cId="4207355819" sldId="370"/>
            <ac:spMk id="8" creationId="{CB06B015-0C7A-54D2-29F3-8052BACDBE5F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4:21.848" v="699" actId="20577"/>
        <pc:sldMkLst>
          <pc:docMk/>
          <pc:sldMk cId="919340060" sldId="371"/>
        </pc:sldMkLst>
        <pc:spChg chg="add mod">
          <ac:chgData name="Gonzato, E. (Elia)" userId="6fe7f718-cb57-44f9-a1ed-36f4e9579e92" providerId="ADAL" clId="{D4D5A039-4906-4233-9861-5412901212BF}" dt="2026-03-19T13:04:21.848" v="699" actId="20577"/>
          <ac:spMkLst>
            <pc:docMk/>
            <pc:sldMk cId="919340060" sldId="371"/>
            <ac:spMk id="2" creationId="{866F40F3-235C-5DCC-7740-6AC94CE38664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10" creationId="{5A59D1BF-D74A-B17F-D909-91B7CC25FA65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12" creationId="{A9AB26A1-009C-FC7A-E16F-36513ADB3C2E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23" creationId="{47017D6B-B11B-82B8-5E3F-A4CB8BC0D11E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26" creationId="{1E8873E6-A554-B3BB-AC2D-55679DF6ED6B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27" creationId="{C406F9B1-FC31-F0A4-AF84-B95BF5E2623A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28" creationId="{929905DF-DDD2-EAD8-5B40-D2E3027CDFB4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29" creationId="{6B02B4CD-22D0-A2DC-C9A5-1D578169B2FA}"/>
          </ac:spMkLst>
        </pc:spChg>
        <pc:spChg chg="add mod">
          <ac:chgData name="Gonzato, E. (Elia)" userId="6fe7f718-cb57-44f9-a1ed-36f4e9579e92" providerId="ADAL" clId="{D4D5A039-4906-4233-9861-5412901212BF}" dt="2026-03-17T12:36:59.119" v="311"/>
          <ac:spMkLst>
            <pc:docMk/>
            <pc:sldMk cId="919340060" sldId="371"/>
            <ac:spMk id="30" creationId="{05B28866-6904-0F82-6D7E-943298235EAE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4:25.720" v="700" actId="20577"/>
        <pc:sldMkLst>
          <pc:docMk/>
          <pc:sldMk cId="3516750295" sldId="372"/>
        </pc:sldMkLst>
        <pc:spChg chg="add mod">
          <ac:chgData name="Gonzato, E. (Elia)" userId="6fe7f718-cb57-44f9-a1ed-36f4e9579e92" providerId="ADAL" clId="{D4D5A039-4906-4233-9861-5412901212BF}" dt="2026-03-19T13:04:25.720" v="700" actId="20577"/>
          <ac:spMkLst>
            <pc:docMk/>
            <pc:sldMk cId="3516750295" sldId="372"/>
            <ac:spMk id="2" creationId="{127AC177-54B1-EFAF-3AD5-8F8189E4E76A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10" creationId="{79B508CE-867D-2090-F3BB-3A2FEF556E53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12" creationId="{C348CA9F-8B92-D23A-505B-E0E516044C44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23" creationId="{9F993224-1EA6-BAA9-5D7D-9F5B00C364E8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26" creationId="{5B79D135-1021-EED7-BA1D-63FA214E5E93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27" creationId="{A7648F7F-7384-614F-40B2-8381EB6AA8D5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28" creationId="{46F1E02D-B6D7-43C8-3656-A97A5CE57788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29" creationId="{BB79A739-4550-6403-A6FA-7764892BF229}"/>
          </ac:spMkLst>
        </pc:spChg>
        <pc:spChg chg="add mod">
          <ac:chgData name="Gonzato, E. (Elia)" userId="6fe7f718-cb57-44f9-a1ed-36f4e9579e92" providerId="ADAL" clId="{D4D5A039-4906-4233-9861-5412901212BF}" dt="2026-03-17T12:37:05.338" v="313"/>
          <ac:spMkLst>
            <pc:docMk/>
            <pc:sldMk cId="3516750295" sldId="372"/>
            <ac:spMk id="30" creationId="{0C404C8C-F0FF-BF43-79D0-61E92635C098}"/>
          </ac:spMkLst>
        </pc:spChg>
      </pc:sldChg>
      <pc:sldChg chg="addSp delSp modSp add mod">
        <pc:chgData name="Gonzato, E. (Elia)" userId="6fe7f718-cb57-44f9-a1ed-36f4e9579e92" providerId="ADAL" clId="{D4D5A039-4906-4233-9861-5412901212BF}" dt="2026-03-19T13:04:29.466" v="701" actId="20577"/>
        <pc:sldMkLst>
          <pc:docMk/>
          <pc:sldMk cId="4086086870" sldId="373"/>
        </pc:sldMkLst>
        <pc:spChg chg="add mod">
          <ac:chgData name="Gonzato, E. (Elia)" userId="6fe7f718-cb57-44f9-a1ed-36f4e9579e92" providerId="ADAL" clId="{D4D5A039-4906-4233-9861-5412901212BF}" dt="2026-03-19T13:04:29.466" v="701" actId="20577"/>
          <ac:spMkLst>
            <pc:docMk/>
            <pc:sldMk cId="4086086870" sldId="373"/>
            <ac:spMk id="2" creationId="{6ACC2F56-99B6-EF8B-6F63-BD6991818E9C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10" creationId="{EAF746E9-150D-9617-596D-3625D4E145A0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12" creationId="{5CC4466B-88B9-35A7-5BA1-30351B44C2EA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23" creationId="{587D922C-CFC6-54E6-1948-A1C1E9B0333B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26" creationId="{767C0447-431A-D2A0-8C63-5FF32305C5B6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27" creationId="{2DFB53D1-939B-E803-299E-6F25CE93CE65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28" creationId="{644D4F0D-6297-30F4-00B4-E0D15F076C2F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29" creationId="{E3E32CEB-7A54-83DF-90A0-CD5D60E8F427}"/>
          </ac:spMkLst>
        </pc:spChg>
        <pc:spChg chg="add mod">
          <ac:chgData name="Gonzato, E. (Elia)" userId="6fe7f718-cb57-44f9-a1ed-36f4e9579e92" providerId="ADAL" clId="{D4D5A039-4906-4233-9861-5412901212BF}" dt="2026-03-17T12:37:13.939" v="316"/>
          <ac:spMkLst>
            <pc:docMk/>
            <pc:sldMk cId="4086086870" sldId="373"/>
            <ac:spMk id="30" creationId="{31D160FE-3456-C2BC-E1F3-35103662D9E1}"/>
          </ac:spMkLst>
        </pc:spChg>
      </pc:sldChg>
      <pc:sldChg chg="modSp add mod">
        <pc:chgData name="Gonzato, E. (Elia)" userId="6fe7f718-cb57-44f9-a1ed-36f4e9579e92" providerId="ADAL" clId="{D4D5A039-4906-4233-9861-5412901212BF}" dt="2026-03-18T07:10:03.756" v="669" actId="20577"/>
        <pc:sldMkLst>
          <pc:docMk/>
          <pc:sldMk cId="610622459" sldId="374"/>
        </pc:sldMkLst>
        <pc:spChg chg="mod">
          <ac:chgData name="Gonzato, E. (Elia)" userId="6fe7f718-cb57-44f9-a1ed-36f4e9579e92" providerId="ADAL" clId="{D4D5A039-4906-4233-9861-5412901212BF}" dt="2026-03-18T07:10:03.756" v="669" actId="20577"/>
          <ac:spMkLst>
            <pc:docMk/>
            <pc:sldMk cId="610622459" sldId="374"/>
            <ac:spMk id="3" creationId="{B638619E-DEB4-E034-C667-A3D2A224F8C2}"/>
          </ac:spMkLst>
        </pc:spChg>
      </pc:sldChg>
      <pc:sldChg chg="add">
        <pc:chgData name="Gonzato, E. (Elia)" userId="6fe7f718-cb57-44f9-a1ed-36f4e9579e92" providerId="ADAL" clId="{D4D5A039-4906-4233-9861-5412901212BF}" dt="2026-03-18T07:09:48.626" v="666"/>
        <pc:sldMkLst>
          <pc:docMk/>
          <pc:sldMk cId="3458956951" sldId="375"/>
        </pc:sldMkLst>
      </pc:sldChg>
      <pc:sldMasterChg chg="delSldLayout">
        <pc:chgData name="Gonzato, E. (Elia)" userId="6fe7f718-cb57-44f9-a1ed-36f4e9579e92" providerId="ADAL" clId="{D4D5A039-4906-4233-9861-5412901212BF}" dt="2026-03-17T09:53:35.679" v="126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dia te verplaatsen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 om de opmaak van de notities te bewerken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&lt;koptekst&gt;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8C8A53-726E-44B6-9C42-96BAFD3AED3D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1120" y="4784760"/>
            <a:ext cx="5447880" cy="39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5"/>
          </p:nvPr>
        </p:nvSpPr>
        <p:spPr>
          <a:xfrm>
            <a:off x="3857760" y="9443520"/>
            <a:ext cx="2950920" cy="49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Univers 45 Ligh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502F9D-C318-4707-A07C-6FFC61FA097E}" type="slidenum">
              <a:rPr lang="nl-NL" sz="1200" b="0" u="none" strike="noStrike">
                <a:solidFill>
                  <a:schemeClr val="dk1"/>
                </a:solidFill>
                <a:effectLst/>
                <a:uFillTx/>
                <a:latin typeface="Univers 45 Ligh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Afbeelding 6"/>
          <p:cNvPicPr/>
          <p:nvPr/>
        </p:nvPicPr>
        <p:blipFill>
          <a:blip r:embed="rId3"/>
          <a:stretch/>
        </p:blipFill>
        <p:spPr>
          <a:xfrm>
            <a:off x="0" y="0"/>
            <a:ext cx="914040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titeltekst te bewerken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Klik om de opmaak van de overzichtstekst te bewerken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Tweede overzichtsniveau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Derde overzichtsniveau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Vierde overzichtsniveau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Vijfde overzichtsniveau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Zesde overzichtsniveau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Zevende overzichtsniveau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en 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648000" y="4803840"/>
            <a:ext cx="277128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>
              <a:lnSpc>
                <a:spcPct val="100000"/>
              </a:lnSpc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2"/>
          </p:nvPr>
        </p:nvSpPr>
        <p:spPr>
          <a:xfrm>
            <a:off x="6327000" y="480384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rPr>
              <a:t>‹#›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titeltekst te bewerken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Klik om de opmaak van de overzichtstekst te bewerken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Tweede overzichtsniveau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Derde overzichtsniveau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Vierde overzichtsniveau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Vijfde overzichtsniveau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Zesde overzichtsniveau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Zevende overzichtsniveau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lleen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Afbeelding 6"/>
          <p:cNvPicPr/>
          <p:nvPr/>
        </p:nvPicPr>
        <p:blipFill>
          <a:blip r:embed="rId3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dt" idx="3"/>
          </p:nvPr>
        </p:nvSpPr>
        <p:spPr>
          <a:xfrm>
            <a:off x="457200" y="476712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>
              <a:lnSpc>
                <a:spcPct val="100000"/>
              </a:lnSpc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CDEADB-8D42-4559-9C27-BB14041BA506}" type="slidenum">
              <a: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rPr>
              <a:t>‹#›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5.svg"/><Relationship Id="rId21" Type="http://schemas.openxmlformats.org/officeDocument/2006/relationships/image" Target="../media/image15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4.png"/><Relationship Id="rId16" Type="http://schemas.openxmlformats.org/officeDocument/2006/relationships/image" Target="../media/image2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9.svg"/><Relationship Id="rId10" Type="http://schemas.openxmlformats.org/officeDocument/2006/relationships/image" Target="../media/image12.png"/><Relationship Id="rId19" Type="http://schemas.openxmlformats.org/officeDocument/2006/relationships/image" Target="../media/image23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17" Type="http://schemas.openxmlformats.org/officeDocument/2006/relationships/image" Target="../media/image15.sv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9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17" Type="http://schemas.openxmlformats.org/officeDocument/2006/relationships/image" Target="../media/image15.sv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9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3" Type="http://schemas.openxmlformats.org/officeDocument/2006/relationships/image" Target="../media/image5.svg"/><Relationship Id="rId21" Type="http://schemas.openxmlformats.org/officeDocument/2006/relationships/image" Target="../media/image27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17" Type="http://schemas.openxmlformats.org/officeDocument/2006/relationships/image" Target="../media/image15.sv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9.svg"/><Relationship Id="rId10" Type="http://schemas.openxmlformats.org/officeDocument/2006/relationships/image" Target="../media/image12.png"/><Relationship Id="rId19" Type="http://schemas.openxmlformats.org/officeDocument/2006/relationships/image" Target="../media/image25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3" Type="http://schemas.openxmlformats.org/officeDocument/2006/relationships/image" Target="../media/image5.svg"/><Relationship Id="rId21" Type="http://schemas.openxmlformats.org/officeDocument/2006/relationships/image" Target="../media/image27.svg"/><Relationship Id="rId7" Type="http://schemas.openxmlformats.org/officeDocument/2006/relationships/image" Target="../media/image9.svg"/><Relationship Id="rId12" Type="http://schemas.openxmlformats.org/officeDocument/2006/relationships/image" Target="../media/image16.png"/><Relationship Id="rId17" Type="http://schemas.openxmlformats.org/officeDocument/2006/relationships/image" Target="../media/image15.sv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9.svg"/><Relationship Id="rId10" Type="http://schemas.openxmlformats.org/officeDocument/2006/relationships/image" Target="../media/image12.png"/><Relationship Id="rId19" Type="http://schemas.openxmlformats.org/officeDocument/2006/relationships/image" Target="../media/image25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gonzato/visualising_km_matching/tree/main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gif"/><Relationship Id="rId4" Type="http://schemas.openxmlformats.org/officeDocument/2006/relationships/image" Target="../media/image39.gi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56C7FE-A59E-EE36-CE75-8E52A7AC0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65149"/>
            <a:ext cx="3225800" cy="2690019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4BD34-9701-85E9-36C7-4705F0D988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8200" y="565148"/>
            <a:ext cx="3225800" cy="2690019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F9C87-8331-E1D0-A172-255C86E33D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5137" y="866776"/>
            <a:ext cx="3225800" cy="2388392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Plaque 17">
            <a:extLst>
              <a:ext uri="{FF2B5EF4-FFF2-40B4-BE49-F238E27FC236}">
                <a16:creationId xmlns:a16="http://schemas.microsoft.com/office/drawing/2014/main" id="{2AF2237B-2602-5B6E-3FE4-7724D41A9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3968" y="565147"/>
            <a:ext cx="2247901" cy="1816102"/>
          </a:xfrm>
          <a:prstGeom prst="plaque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Plaque 18">
            <a:extLst>
              <a:ext uri="{FF2B5EF4-FFF2-40B4-BE49-F238E27FC236}">
                <a16:creationId xmlns:a16="http://schemas.microsoft.com/office/drawing/2014/main" id="{1DFE03F0-E2DE-605F-25BF-CB08BB0B1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88793" y="565147"/>
            <a:ext cx="2247901" cy="1816102"/>
          </a:xfrm>
          <a:prstGeom prst="plaque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4445683-BCF8-E8A0-C43C-7622D3341B90}"/>
              </a:ext>
            </a:extLst>
          </p:cNvPr>
          <p:cNvSpPr txBox="1">
            <a:spLocks/>
          </p:cNvSpPr>
          <p:nvPr/>
        </p:nvSpPr>
        <p:spPr>
          <a:xfrm>
            <a:off x="190484" y="710326"/>
            <a:ext cx="8855106" cy="14813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Assessing comparability in single-arm trials for rare diseases, with time-to-event endpoints </a:t>
            </a:r>
            <a:endParaRPr lang="en-NL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C7FB5-F77F-0856-B3B9-6F5BD4D54951}"/>
              </a:ext>
            </a:extLst>
          </p:cNvPr>
          <p:cNvSpPr txBox="1"/>
          <p:nvPr/>
        </p:nvSpPr>
        <p:spPr>
          <a:xfrm>
            <a:off x="759135" y="1962823"/>
            <a:ext cx="490610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Elia Gonzato, PhD Candidate</a:t>
            </a:r>
          </a:p>
          <a:p>
            <a:r>
              <a:rPr lang="nl-NL" sz="1050" dirty="0" err="1"/>
              <a:t>Department</a:t>
            </a:r>
            <a:r>
              <a:rPr lang="nl-NL" sz="1050" dirty="0"/>
              <a:t> of </a:t>
            </a:r>
            <a:r>
              <a:rPr lang="nl-NL" sz="1050" dirty="0" err="1"/>
              <a:t>Epidemiology</a:t>
            </a:r>
            <a:r>
              <a:rPr lang="nl-NL" sz="1050" dirty="0"/>
              <a:t> </a:t>
            </a:r>
            <a:r>
              <a:rPr lang="nl-NL" sz="1050" dirty="0" err="1"/>
              <a:t>and</a:t>
            </a:r>
            <a:r>
              <a:rPr lang="nl-NL" sz="1050" dirty="0"/>
              <a:t> Data </a:t>
            </a:r>
            <a:r>
              <a:rPr lang="nl-NL" sz="1050" dirty="0" err="1"/>
              <a:t>Science</a:t>
            </a:r>
            <a:r>
              <a:rPr lang="nl-NL" sz="1050" dirty="0"/>
              <a:t>, Vrije Universiteit, Amsterdam, NL</a:t>
            </a:r>
          </a:p>
          <a:p>
            <a:r>
              <a:rPr lang="en-US" sz="1050" dirty="0"/>
              <a:t>Department of Pediatric Neurology, Emma Children's Hospital, </a:t>
            </a:r>
            <a:r>
              <a:rPr lang="nl-NL" sz="1050" dirty="0"/>
              <a:t>Amsterdam, NL</a:t>
            </a:r>
          </a:p>
          <a:p>
            <a:endParaRPr lang="nl-NL" sz="1050" dirty="0"/>
          </a:p>
          <a:p>
            <a:r>
              <a:rPr lang="nl-NL" sz="1200" dirty="0"/>
              <a:t>e.gonzato@amsterdamumc.nl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F817B-9FF7-812D-45F4-933DAC944906}"/>
              </a:ext>
            </a:extLst>
          </p:cNvPr>
          <p:cNvSpPr txBox="1"/>
          <p:nvPr/>
        </p:nvSpPr>
        <p:spPr>
          <a:xfrm>
            <a:off x="2012023" y="2932319"/>
            <a:ext cx="51199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50" b="1" dirty="0"/>
              <a:t>11th Survival Analysis </a:t>
            </a:r>
            <a:r>
              <a:rPr lang="nl-NL" sz="1050" b="1" dirty="0" err="1"/>
              <a:t>for</a:t>
            </a:r>
            <a:r>
              <a:rPr lang="nl-NL" sz="1050" b="1" dirty="0"/>
              <a:t> Junior </a:t>
            </a:r>
            <a:r>
              <a:rPr lang="nl-NL" sz="1050" b="1" dirty="0" err="1"/>
              <a:t>Researchers</a:t>
            </a:r>
            <a:r>
              <a:rPr lang="nl-NL" sz="1050" b="1" dirty="0"/>
              <a:t> Conference, Amsterdam, 25-27 </a:t>
            </a:r>
            <a:r>
              <a:rPr lang="nl-NL" sz="1050" b="1" dirty="0" err="1"/>
              <a:t>March</a:t>
            </a:r>
            <a:r>
              <a:rPr lang="nl-NL" sz="1050" b="1" dirty="0"/>
              <a:t> 2026</a:t>
            </a:r>
            <a:endParaRPr lang="en-NL" sz="10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C838-27FD-9D81-396D-EA3F5A1F918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pic>
        <p:nvPicPr>
          <p:cNvPr id="3" name="Graphic 2" descr="Inpatient outline">
            <a:extLst>
              <a:ext uri="{FF2B5EF4-FFF2-40B4-BE49-F238E27FC236}">
                <a16:creationId xmlns:a16="http://schemas.microsoft.com/office/drawing/2014/main" id="{9FA053C0-458A-4B72-7288-AB2A79636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4" name="Graphic 3" descr="Medicine outline">
            <a:extLst>
              <a:ext uri="{FF2B5EF4-FFF2-40B4-BE49-F238E27FC236}">
                <a16:creationId xmlns:a16="http://schemas.microsoft.com/office/drawing/2014/main" id="{6DC489E1-6496-CC92-2556-4ED0B4FA6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5" name="Graphic 4" descr="Female Profile outline">
            <a:extLst>
              <a:ext uri="{FF2B5EF4-FFF2-40B4-BE49-F238E27FC236}">
                <a16:creationId xmlns:a16="http://schemas.microsoft.com/office/drawing/2014/main" id="{C6058F19-400B-5628-65AF-4EE53E3303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6" name="Graphic 5" descr="Male profile outline">
            <a:extLst>
              <a:ext uri="{FF2B5EF4-FFF2-40B4-BE49-F238E27FC236}">
                <a16:creationId xmlns:a16="http://schemas.microsoft.com/office/drawing/2014/main" id="{EB4696ED-2215-894E-5D19-951D17E83C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Female Profile outline">
            <a:extLst>
              <a:ext uri="{FF2B5EF4-FFF2-40B4-BE49-F238E27FC236}">
                <a16:creationId xmlns:a16="http://schemas.microsoft.com/office/drawing/2014/main" id="{0FA5D74E-8B28-5118-652E-ADCD5D5762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8" name="Graphic 7" descr="Male profile outline">
            <a:extLst>
              <a:ext uri="{FF2B5EF4-FFF2-40B4-BE49-F238E27FC236}">
                <a16:creationId xmlns:a16="http://schemas.microsoft.com/office/drawing/2014/main" id="{2A712B69-D337-10E6-14F1-C475246628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9" name="Graphic 8" descr="Medicine outline">
            <a:extLst>
              <a:ext uri="{FF2B5EF4-FFF2-40B4-BE49-F238E27FC236}">
                <a16:creationId xmlns:a16="http://schemas.microsoft.com/office/drawing/2014/main" id="{13D303DE-254A-633D-7C54-3C61ABF226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9CFA8D-179A-C1B9-1C3C-CBD01D60D813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945D6F-DF92-D2E0-C866-A5AE57F88ED0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3B3756-B545-3B33-49D6-1328A49EE990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6565E-C9F8-627A-8771-6F65FA3F24E1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9921B-CA7A-DCF1-BAAD-DDBAB13C7AFA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5" name="Graphic 14" descr="Medicine outline">
            <a:extLst>
              <a:ext uri="{FF2B5EF4-FFF2-40B4-BE49-F238E27FC236}">
                <a16:creationId xmlns:a16="http://schemas.microsoft.com/office/drawing/2014/main" id="{D774D107-24F3-BBF1-E56B-C72D3FEDBA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A126B91-832A-AD61-D493-870EE37C6954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A289-3394-32C7-68B1-86E0CE43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CA6CF4F9-3E25-F33D-DE07-23788245C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3E137C41-6646-21BB-9012-F73341C13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B7041723-8DFE-B0EB-A6B3-7195DEB8BC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200CEF52-D4CD-48B7-B7F8-07E45EB3B6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8DB3BD31-72E3-40C9-2E45-032F22688F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6CE0E2F0-C7B5-7444-BC12-483B44F6DB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B8B99FBE-EC8C-817D-B278-C6BF0D0820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368E92-6845-40BB-33CD-0E6B58BDF2C8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6CBE8-91A2-C8D4-9C65-595D4FDEB351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EC239C-2FFE-C9C9-9DFE-E9C1E56B41BA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F8DDB38F-0A3E-C7CA-314A-BB640DA293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ED0E61A9-D9E3-2C0C-4F01-63EA57BF07B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63A208D-3076-D983-0593-19EB675C025F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BAF42-7833-46FA-DA46-9015177F7413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6" name="Graphic 15" descr="Female Profile outline">
            <a:extLst>
              <a:ext uri="{FF2B5EF4-FFF2-40B4-BE49-F238E27FC236}">
                <a16:creationId xmlns:a16="http://schemas.microsoft.com/office/drawing/2014/main" id="{8DBF2EBA-8124-9E8A-38EE-DC00151D2B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9826" y="2901229"/>
            <a:ext cx="515735" cy="515735"/>
          </a:xfrm>
          <a:prstGeom prst="rect">
            <a:avLst/>
          </a:prstGeom>
        </p:spPr>
      </p:pic>
      <p:pic>
        <p:nvPicPr>
          <p:cNvPr id="17" name="Graphic 16" descr="Male profile outline">
            <a:extLst>
              <a:ext uri="{FF2B5EF4-FFF2-40B4-BE49-F238E27FC236}">
                <a16:creationId xmlns:a16="http://schemas.microsoft.com/office/drawing/2014/main" id="{55D4ACEA-507B-C685-37B9-E33007FAA8C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23465" y="3302769"/>
            <a:ext cx="515735" cy="515735"/>
          </a:xfrm>
          <a:prstGeom prst="rect">
            <a:avLst/>
          </a:prstGeom>
        </p:spPr>
      </p:pic>
      <p:pic>
        <p:nvPicPr>
          <p:cNvPr id="18" name="Graphic 17" descr="Medicine outline">
            <a:extLst>
              <a:ext uri="{FF2B5EF4-FFF2-40B4-BE49-F238E27FC236}">
                <a16:creationId xmlns:a16="http://schemas.microsoft.com/office/drawing/2014/main" id="{625CEA02-AE2B-3223-3F61-35853E3F3C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AEB85B7-909F-3CBC-A1BE-57221C31B50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EEFF328-56D1-F8BF-0D12-D7AF9B1D835A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409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7658-5186-805E-90DC-33629D59C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7F229B4C-C4D2-BBBD-D3C7-1331F82C7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94D142BA-DB0E-125C-F00A-87C63A8D4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4ED55A2D-B145-E5F0-2B7F-00C7B124CC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82350872-7C5D-5B2C-D342-ACE84F5739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BD1FE138-2862-4806-3803-335D79D0B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F437A0E1-F21B-2D4A-793F-505CA2172E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34F33114-FCA2-D4F0-7D42-A9AFDD4C13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D21484-0995-781D-00F7-FB2C770CAB29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E24075-062D-7437-12FC-81FB22994B37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2F6227-D890-3934-C7AB-4FD441EAE9B4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2CA36332-4E28-EB32-C067-A160E9E7EF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D974D61F-C7A6-EEA6-11D6-6351AD16157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Female Profile outline">
            <a:extLst>
              <a:ext uri="{FF2B5EF4-FFF2-40B4-BE49-F238E27FC236}">
                <a16:creationId xmlns:a16="http://schemas.microsoft.com/office/drawing/2014/main" id="{26465BC0-7EA9-E089-3F96-1F3E5C60EE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5" name="Graphic 14" descr="Male profile outline">
            <a:extLst>
              <a:ext uri="{FF2B5EF4-FFF2-40B4-BE49-F238E27FC236}">
                <a16:creationId xmlns:a16="http://schemas.microsoft.com/office/drawing/2014/main" id="{B0BFAFE9-7D52-7520-9DA3-2C170FB37A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50EBAB-2985-5128-D243-0DC3CA6B4D94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4E6B33-F428-C84D-B731-3DFD45605C2F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8" name="Graphic 17" descr="Medicine outline">
            <a:extLst>
              <a:ext uri="{FF2B5EF4-FFF2-40B4-BE49-F238E27FC236}">
                <a16:creationId xmlns:a16="http://schemas.microsoft.com/office/drawing/2014/main" id="{D99CC671-B6D9-5AD1-852A-ACC2D8982A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0692141A-BFB3-302A-2050-9BCFE7EAF5DB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4D0EF5F-D9B2-9090-DC47-DC6A213385F1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4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6996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D334-CF40-7A65-BFC8-6CD333AC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750C3789-C373-7D39-CA29-34128BE59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535F8FCB-8FC2-0F73-D642-960A705DC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21251838-3BFB-983B-3385-D225A0EFB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09376087-9A08-7DE2-AFA4-0C3E0745CE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0ED73A9F-1E34-041E-363D-E0F8177E1E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FDF17F04-325C-9362-6B03-EFAA1BD8B0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BC9DCD8E-908D-2216-101C-FA3AC6BEFD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A3F1FE-FE93-F31F-01B2-123487B9FF16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C61956-4D63-027F-24B9-1A9B37CB5096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D62E21-620A-3B74-AD73-83C141388BB3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5F80A73B-9AE9-A019-A09F-698503E223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97CC46D6-BC1E-5EC7-DE48-BD22ABF19D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Female Profile outline">
            <a:extLst>
              <a:ext uri="{FF2B5EF4-FFF2-40B4-BE49-F238E27FC236}">
                <a16:creationId xmlns:a16="http://schemas.microsoft.com/office/drawing/2014/main" id="{5000982B-96E5-C282-67F5-96D33802AC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5" name="Graphic 14" descr="Male profile outline">
            <a:extLst>
              <a:ext uri="{FF2B5EF4-FFF2-40B4-BE49-F238E27FC236}">
                <a16:creationId xmlns:a16="http://schemas.microsoft.com/office/drawing/2014/main" id="{D9751F07-081F-B74B-8FDF-EEAAF5742E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58872FA-5E8F-8AE9-E6A1-B602BCDA783B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E56AA3-DD0E-B5FC-4936-2DC2E48ECE7B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F75A73-130B-7A06-875C-05CD9BFBE608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6453D73-4C67-9870-CA49-466297F52599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2EC2A71-A2A9-F9CA-BB3D-D16B493C1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62E563E-90EA-9B05-762F-6BAF9CB4E562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B1F98AC-D0F6-446D-964C-3182BF8AFD09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335E38A-C454-7C84-AA62-42847D91462C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201AEBC-5D7C-1D87-520F-8F91D55864FE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71BE799-5A27-A3B9-F4D3-A42FABCD5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9A204CF-07AD-3852-1733-077ED2D8B99B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EA3252A-2028-B681-9086-46719FD701F7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68FD8BF-D238-720A-F0AD-695179102FF0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86D257C-2028-A164-2EE1-3AE2FECC15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A508FDD-6351-4163-018D-E9562E58F28E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2388745-4E9D-C6BA-5D38-5C3C8D7F9A87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9DF8C14-EC7F-2714-8F72-11AF6B755056}"/>
              </a:ext>
            </a:extLst>
          </p:cNvPr>
          <p:cNvSpPr txBox="1"/>
          <p:nvPr/>
        </p:nvSpPr>
        <p:spPr>
          <a:xfrm>
            <a:off x="4622233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</a:t>
            </a:r>
            <a:endParaRPr lang="en-NL" sz="13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115607-4461-7320-39C8-0943825134D7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88D851-1D8C-4DDC-69CB-0E1422BD025F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5" name="Graphic 34" descr="Male profile outline">
            <a:extLst>
              <a:ext uri="{FF2B5EF4-FFF2-40B4-BE49-F238E27FC236}">
                <a16:creationId xmlns:a16="http://schemas.microsoft.com/office/drawing/2014/main" id="{8253D24B-464C-3A59-BE98-39341BCC51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6" name="Graphic 35" descr="Female Profile outline">
            <a:extLst>
              <a:ext uri="{FF2B5EF4-FFF2-40B4-BE49-F238E27FC236}">
                <a16:creationId xmlns:a16="http://schemas.microsoft.com/office/drawing/2014/main" id="{3285BBC2-6771-CF00-4B8B-FC89E20219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8" name="Graphic 37" descr="Male profile outline">
            <a:extLst>
              <a:ext uri="{FF2B5EF4-FFF2-40B4-BE49-F238E27FC236}">
                <a16:creationId xmlns:a16="http://schemas.microsoft.com/office/drawing/2014/main" id="{12523127-9A65-094A-E05C-3D6601AA7B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3248682F-C15F-D2C8-940F-41CB583129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44571E12-BC50-4C7C-FA21-BE8CFFF05D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B1543815-C737-D656-B1E4-8EB249EB24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B5EED686-CEF2-F099-8FBE-03DCB5B36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3" name="Graphic 42" descr="Female Profile outline">
            <a:extLst>
              <a:ext uri="{FF2B5EF4-FFF2-40B4-BE49-F238E27FC236}">
                <a16:creationId xmlns:a16="http://schemas.microsoft.com/office/drawing/2014/main" id="{4F231B2F-B7D9-1A3F-FC60-1CA3C7FD71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4" name="Graphic 43" descr="Male profile outline">
            <a:extLst>
              <a:ext uri="{FF2B5EF4-FFF2-40B4-BE49-F238E27FC236}">
                <a16:creationId xmlns:a16="http://schemas.microsoft.com/office/drawing/2014/main" id="{70B76A80-E0BE-575E-8BAE-52B9C36F9F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EF7ED6E3-47F4-163B-4954-087CBD2F9A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10081128-4246-90C8-A3FB-002ECDE702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7" name="Graphic 46" descr="Female Profile outline">
            <a:extLst>
              <a:ext uri="{FF2B5EF4-FFF2-40B4-BE49-F238E27FC236}">
                <a16:creationId xmlns:a16="http://schemas.microsoft.com/office/drawing/2014/main" id="{989F503C-6CE6-735F-5814-AF47EB84C9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8" name="Graphic 47" descr="Male profile outline">
            <a:extLst>
              <a:ext uri="{FF2B5EF4-FFF2-40B4-BE49-F238E27FC236}">
                <a16:creationId xmlns:a16="http://schemas.microsoft.com/office/drawing/2014/main" id="{9A0136B2-6C03-FD22-D61D-D8BCDE1DBE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49" name="Graphic 48" descr="Female Profile outline">
            <a:extLst>
              <a:ext uri="{FF2B5EF4-FFF2-40B4-BE49-F238E27FC236}">
                <a16:creationId xmlns:a16="http://schemas.microsoft.com/office/drawing/2014/main" id="{E339D76E-30C0-358B-A06F-1537868AA7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AA83E9C-6621-F1BB-E626-6F783632EB60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59B678-AB84-7DC3-9B6F-9095DF30C288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DFD9EF7-C4C3-DEFD-89F5-DAEAC474681B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962E14E-BC26-A41E-7E55-941A566D2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E64975E-9A28-B970-0D93-01011F83BBF7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48F1B0-46C7-DE03-E286-D57113B148AD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BD0CF33-0706-83D1-75B8-B7AA38AEDDA9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59F2178-FB21-1682-1295-42036EB3BEFC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FAE4289-AE8F-0B57-20B3-C15B0F8608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04CF8942-5F1B-85B8-91C7-99159765EDEE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B224F1C7-24ED-524C-F471-331351101DC4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38E212F-201F-2110-DBC2-24EC705E81C9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549D254E-06C2-384E-EA05-0F3D4DF881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A5B5857-F2F6-A5F2-E7CD-E4BF3E2C19F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60A391C-4D17-3969-E64F-3FAA7CB91404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C199637-F6B6-549D-9F82-3A4CAAA54253}"/>
              </a:ext>
            </a:extLst>
          </p:cNvPr>
          <p:cNvSpPr txBox="1"/>
          <p:nvPr/>
        </p:nvSpPr>
        <p:spPr>
          <a:xfrm>
            <a:off x="4620882" y="3320589"/>
            <a:ext cx="5918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85D927-CDFB-F6AD-C281-6E5DC837EE73}"/>
              </a:ext>
            </a:extLst>
          </p:cNvPr>
          <p:cNvSpPr txBox="1"/>
          <p:nvPr/>
        </p:nvSpPr>
        <p:spPr>
          <a:xfrm>
            <a:off x="5803583" y="3307270"/>
            <a:ext cx="6045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552C29-FE17-A175-4940-F6146276F320}"/>
              </a:ext>
            </a:extLst>
          </p:cNvPr>
          <p:cNvSpPr txBox="1"/>
          <p:nvPr/>
        </p:nvSpPr>
        <p:spPr>
          <a:xfrm>
            <a:off x="6969771" y="3320589"/>
            <a:ext cx="6225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2010</a:t>
            </a:r>
            <a:endParaRPr lang="en-NL" sz="1350"/>
          </a:p>
        </p:txBody>
      </p:sp>
      <p:pic>
        <p:nvPicPr>
          <p:cNvPr id="68" name="Graphic 67" descr="Male profile outline">
            <a:extLst>
              <a:ext uri="{FF2B5EF4-FFF2-40B4-BE49-F238E27FC236}">
                <a16:creationId xmlns:a16="http://schemas.microsoft.com/office/drawing/2014/main" id="{5940D4DF-E559-0770-5A8D-B65F0DB33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6A7583AC-72C5-ED82-D836-8C181D1BA6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315FCFA2-CFD2-2666-22E3-D60D97C5D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F9FE0A3-2464-064D-D246-F24FBB48266C}"/>
              </a:ext>
            </a:extLst>
          </p:cNvPr>
          <p:cNvGrpSpPr/>
          <p:nvPr/>
        </p:nvGrpSpPr>
        <p:grpSpPr>
          <a:xfrm>
            <a:off x="4683842" y="1284221"/>
            <a:ext cx="2666380" cy="1617008"/>
            <a:chOff x="6245122" y="1712295"/>
            <a:chExt cx="3555173" cy="2156010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BC9B2816-919D-6C9A-7BE4-E29F0A26B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65962" y="2271443"/>
              <a:ext cx="526779" cy="526779"/>
            </a:xfrm>
            <a:prstGeom prst="rect">
              <a:avLst/>
            </a:prstGeom>
          </p:spPr>
        </p:pic>
        <p:pic>
          <p:nvPicPr>
            <p:cNvPr id="73" name="Graphic 72" descr="Female Profile outline">
              <a:extLst>
                <a:ext uri="{FF2B5EF4-FFF2-40B4-BE49-F238E27FC236}">
                  <a16:creationId xmlns:a16="http://schemas.microsoft.com/office/drawing/2014/main" id="{2F578B81-7F7F-4FF3-BD2F-7C2399A83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1135" y="3341526"/>
              <a:ext cx="526779" cy="526779"/>
            </a:xfrm>
            <a:prstGeom prst="rect">
              <a:avLst/>
            </a:prstGeom>
          </p:spPr>
        </p:pic>
        <p:pic>
          <p:nvPicPr>
            <p:cNvPr id="74" name="Graphic 73" descr="Male profile outline">
              <a:extLst>
                <a:ext uri="{FF2B5EF4-FFF2-40B4-BE49-F238E27FC236}">
                  <a16:creationId xmlns:a16="http://schemas.microsoft.com/office/drawing/2014/main" id="{53DCF699-4447-A918-889C-BFC660D08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61968" y="3341526"/>
              <a:ext cx="526779" cy="526779"/>
            </a:xfrm>
            <a:prstGeom prst="rect">
              <a:avLst/>
            </a:prstGeom>
          </p:spPr>
        </p:pic>
        <p:pic>
          <p:nvPicPr>
            <p:cNvPr id="75" name="Graphic 74" descr="Female Profile outline">
              <a:extLst>
                <a:ext uri="{FF2B5EF4-FFF2-40B4-BE49-F238E27FC236}">
                  <a16:creationId xmlns:a16="http://schemas.microsoft.com/office/drawing/2014/main" id="{53DDEB26-BAB1-0132-9489-8DE1C5FE1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7510" y="2271443"/>
              <a:ext cx="526779" cy="526779"/>
            </a:xfrm>
            <a:prstGeom prst="rect">
              <a:avLst/>
            </a:prstGeom>
          </p:spPr>
        </p:pic>
        <p:pic>
          <p:nvPicPr>
            <p:cNvPr id="76" name="Graphic 75" descr="Female Profile outline">
              <a:extLst>
                <a:ext uri="{FF2B5EF4-FFF2-40B4-BE49-F238E27FC236}">
                  <a16:creationId xmlns:a16="http://schemas.microsoft.com/office/drawing/2014/main" id="{FA286AA8-68CC-F05D-E0F9-5D2FA2268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98339" y="2782378"/>
              <a:ext cx="526779" cy="526779"/>
            </a:xfrm>
            <a:prstGeom prst="rect">
              <a:avLst/>
            </a:prstGeom>
          </p:spPr>
        </p:pic>
        <p:pic>
          <p:nvPicPr>
            <p:cNvPr id="77" name="Graphic 76" descr="Female Profile outline">
              <a:extLst>
                <a:ext uri="{FF2B5EF4-FFF2-40B4-BE49-F238E27FC236}">
                  <a16:creationId xmlns:a16="http://schemas.microsoft.com/office/drawing/2014/main" id="{4EE1C615-7981-591E-1A16-9DD9FD354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98339" y="1712295"/>
              <a:ext cx="526779" cy="526779"/>
            </a:xfrm>
            <a:prstGeom prst="rect">
              <a:avLst/>
            </a:prstGeom>
          </p:spPr>
        </p:pic>
        <p:pic>
          <p:nvPicPr>
            <p:cNvPr id="78" name="Graphic 77" descr="Female Profile outline">
              <a:extLst>
                <a:ext uri="{FF2B5EF4-FFF2-40B4-BE49-F238E27FC236}">
                  <a16:creationId xmlns:a16="http://schemas.microsoft.com/office/drawing/2014/main" id="{18AA8ABA-EF27-14CA-61B2-02F4C480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73516" y="2271443"/>
              <a:ext cx="526779" cy="526779"/>
            </a:xfrm>
            <a:prstGeom prst="rect">
              <a:avLst/>
            </a:prstGeom>
          </p:spPr>
        </p:pic>
        <p:pic>
          <p:nvPicPr>
            <p:cNvPr id="79" name="Graphic 78" descr="Female Profile outline">
              <a:extLst>
                <a:ext uri="{FF2B5EF4-FFF2-40B4-BE49-F238E27FC236}">
                  <a16:creationId xmlns:a16="http://schemas.microsoft.com/office/drawing/2014/main" id="{8470726C-5A1E-9B64-0297-886077421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5129" y="3341526"/>
              <a:ext cx="526779" cy="526779"/>
            </a:xfrm>
            <a:prstGeom prst="rect">
              <a:avLst/>
            </a:prstGeom>
          </p:spPr>
        </p:pic>
        <p:pic>
          <p:nvPicPr>
            <p:cNvPr id="80" name="Graphic 79" descr="Male profile outline">
              <a:extLst>
                <a:ext uri="{FF2B5EF4-FFF2-40B4-BE49-F238E27FC236}">
                  <a16:creationId xmlns:a16="http://schemas.microsoft.com/office/drawing/2014/main" id="{9B161D47-60CE-2CE2-2B4D-9D2288EEA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5122" y="2782379"/>
              <a:ext cx="526779" cy="526779"/>
            </a:xfrm>
            <a:prstGeom prst="rect">
              <a:avLst/>
            </a:prstGeom>
          </p:spPr>
        </p:pic>
        <p:pic>
          <p:nvPicPr>
            <p:cNvPr id="81" name="Graphic 80" descr="Female Profile outline">
              <a:extLst>
                <a:ext uri="{FF2B5EF4-FFF2-40B4-BE49-F238E27FC236}">
                  <a16:creationId xmlns:a16="http://schemas.microsoft.com/office/drawing/2014/main" id="{75209850-DAF8-6768-8DC3-D199AA249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5133" y="2271443"/>
              <a:ext cx="526779" cy="526779"/>
            </a:xfrm>
            <a:prstGeom prst="rect">
              <a:avLst/>
            </a:prstGeom>
          </p:spPr>
        </p:pic>
        <p:pic>
          <p:nvPicPr>
            <p:cNvPr id="82" name="Graphic 81" descr="Male profile outline">
              <a:extLst>
                <a:ext uri="{FF2B5EF4-FFF2-40B4-BE49-F238E27FC236}">
                  <a16:creationId xmlns:a16="http://schemas.microsoft.com/office/drawing/2014/main" id="{B2EDA0AC-53C4-6C26-6F07-96E94C581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5126" y="1712296"/>
              <a:ext cx="526779" cy="526779"/>
            </a:xfrm>
            <a:prstGeom prst="rect">
              <a:avLst/>
            </a:prstGeom>
          </p:spPr>
        </p:pic>
        <p:pic>
          <p:nvPicPr>
            <p:cNvPr id="83" name="Graphic 82" descr="Male profile outline">
              <a:extLst>
                <a:ext uri="{FF2B5EF4-FFF2-40B4-BE49-F238E27FC236}">
                  <a16:creationId xmlns:a16="http://schemas.microsoft.com/office/drawing/2014/main" id="{F717EB7A-51CE-6294-93F7-272E2074A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65962" y="3341526"/>
              <a:ext cx="526779" cy="526779"/>
            </a:xfrm>
            <a:prstGeom prst="rect">
              <a:avLst/>
            </a:prstGeom>
          </p:spPr>
        </p:pic>
        <p:pic>
          <p:nvPicPr>
            <p:cNvPr id="84" name="Graphic 83" descr="Female Profile outline">
              <a:extLst>
                <a:ext uri="{FF2B5EF4-FFF2-40B4-BE49-F238E27FC236}">
                  <a16:creationId xmlns:a16="http://schemas.microsoft.com/office/drawing/2014/main" id="{10AF408F-C5C6-9D97-A2A3-88CAC11B9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65962" y="2782378"/>
              <a:ext cx="526779" cy="526779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B89BC17F-7B94-D724-6E74-A10A6F66C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65962" y="1712295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Female Profile outline">
              <a:extLst>
                <a:ext uri="{FF2B5EF4-FFF2-40B4-BE49-F238E27FC236}">
                  <a16:creationId xmlns:a16="http://schemas.microsoft.com/office/drawing/2014/main" id="{CCF15796-D9BF-5D3D-49B6-3255FDE3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1139" y="2271443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Male profile outline">
              <a:extLst>
                <a:ext uri="{FF2B5EF4-FFF2-40B4-BE49-F238E27FC236}">
                  <a16:creationId xmlns:a16="http://schemas.microsoft.com/office/drawing/2014/main" id="{D05BCEE4-5967-4888-FC3F-5736D295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41132" y="1712296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Female Profile outline">
              <a:extLst>
                <a:ext uri="{FF2B5EF4-FFF2-40B4-BE49-F238E27FC236}">
                  <a16:creationId xmlns:a16="http://schemas.microsoft.com/office/drawing/2014/main" id="{55A40EEC-CD85-420F-A98A-F0B0DF3F3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61968" y="1712295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Female Profile outline">
              <a:extLst>
                <a:ext uri="{FF2B5EF4-FFF2-40B4-BE49-F238E27FC236}">
                  <a16:creationId xmlns:a16="http://schemas.microsoft.com/office/drawing/2014/main" id="{28EE4E92-8A55-8281-45B3-DE8DA9C15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7506" y="3341526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B36BB210-E505-1429-0DB6-E54D8FA7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60166" y="2782378"/>
              <a:ext cx="526779" cy="526779"/>
            </a:xfrm>
            <a:prstGeom prst="rect">
              <a:avLst/>
            </a:prstGeom>
          </p:spPr>
        </p:pic>
      </p:grpSp>
      <p:pic>
        <p:nvPicPr>
          <p:cNvPr id="91" name="Graphic 90" descr="Male profile outline">
            <a:extLst>
              <a:ext uri="{FF2B5EF4-FFF2-40B4-BE49-F238E27FC236}">
                <a16:creationId xmlns:a16="http://schemas.microsoft.com/office/drawing/2014/main" id="{A8ADFD2B-5753-BAFD-3ACC-D02256FA6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92" name="Graphic 91" descr="Male profile outline">
            <a:extLst>
              <a:ext uri="{FF2B5EF4-FFF2-40B4-BE49-F238E27FC236}">
                <a16:creationId xmlns:a16="http://schemas.microsoft.com/office/drawing/2014/main" id="{CEB417EE-6FA8-3868-6C23-084D98AB19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93" name="Graphic 92" descr="Female Profile outline">
            <a:extLst>
              <a:ext uri="{FF2B5EF4-FFF2-40B4-BE49-F238E27FC236}">
                <a16:creationId xmlns:a16="http://schemas.microsoft.com/office/drawing/2014/main" id="{AB289736-43F9-5AB0-76C6-4B4CD04A16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94" name="Graphic 93" descr="Male profile outline">
            <a:extLst>
              <a:ext uri="{FF2B5EF4-FFF2-40B4-BE49-F238E27FC236}">
                <a16:creationId xmlns:a16="http://schemas.microsoft.com/office/drawing/2014/main" id="{953FDF39-4D72-E3D8-A05B-74C2160019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95" name="Graphic 94" descr="Male profile outline">
            <a:extLst>
              <a:ext uri="{FF2B5EF4-FFF2-40B4-BE49-F238E27FC236}">
                <a16:creationId xmlns:a16="http://schemas.microsoft.com/office/drawing/2014/main" id="{097E205D-B2EA-5AD9-4EA7-E234AAE26B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96" name="Graphic 95" descr="Male profile outline">
            <a:extLst>
              <a:ext uri="{FF2B5EF4-FFF2-40B4-BE49-F238E27FC236}">
                <a16:creationId xmlns:a16="http://schemas.microsoft.com/office/drawing/2014/main" id="{CAC1A99D-5403-10C8-4803-D196570B0B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97" name="Graphic 96" descr="Female Profile outline">
            <a:extLst>
              <a:ext uri="{FF2B5EF4-FFF2-40B4-BE49-F238E27FC236}">
                <a16:creationId xmlns:a16="http://schemas.microsoft.com/office/drawing/2014/main" id="{55ACF957-4FAD-44D4-4BC3-6626AC4C6E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98" name="Graphic 97" descr="Male profile outline">
            <a:extLst>
              <a:ext uri="{FF2B5EF4-FFF2-40B4-BE49-F238E27FC236}">
                <a16:creationId xmlns:a16="http://schemas.microsoft.com/office/drawing/2014/main" id="{C6B049B4-E381-235E-442A-E0330DC7F7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99" name="Graphic 98" descr="Female Profile outline">
            <a:extLst>
              <a:ext uri="{FF2B5EF4-FFF2-40B4-BE49-F238E27FC236}">
                <a16:creationId xmlns:a16="http://schemas.microsoft.com/office/drawing/2014/main" id="{0D92848C-7192-01F6-DD2C-337E9F6955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65B5C4E0-A505-4343-73A5-74934444A3D3}"/>
              </a:ext>
            </a:extLst>
          </p:cNvPr>
          <p:cNvSpPr txBox="1"/>
          <p:nvPr/>
        </p:nvSpPr>
        <p:spPr>
          <a:xfrm>
            <a:off x="8152599" y="3322205"/>
            <a:ext cx="7566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pic>
        <p:nvPicPr>
          <p:cNvPr id="101" name="Graphic 100" descr="Medicine outline">
            <a:extLst>
              <a:ext uri="{FF2B5EF4-FFF2-40B4-BE49-F238E27FC236}">
                <a16:creationId xmlns:a16="http://schemas.microsoft.com/office/drawing/2014/main" id="{6DDA77D1-831A-CB04-B43F-74C6A54B93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02" name="Title 1">
            <a:extLst>
              <a:ext uri="{FF2B5EF4-FFF2-40B4-BE49-F238E27FC236}">
                <a16:creationId xmlns:a16="http://schemas.microsoft.com/office/drawing/2014/main" id="{755CC044-6482-2830-CDF8-22522B90D20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103" name="Slide Number Placeholder 102">
            <a:extLst>
              <a:ext uri="{FF2B5EF4-FFF2-40B4-BE49-F238E27FC236}">
                <a16:creationId xmlns:a16="http://schemas.microsoft.com/office/drawing/2014/main" id="{59138486-048D-5F82-39E1-59A2F90EF53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29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0954-9F39-E01A-185E-E4122FA6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6C6BFBA0-0010-3C08-3759-0D8C63E66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0B048C2F-CC0B-372F-7122-AE8D7CD4D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ECA8B54E-9864-5D96-8297-875BA30AB5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D7197054-CECC-6275-3B12-52E82455EF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1E1E5B0F-DE54-8DEA-17A9-6EFBA48F7B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535B4AF8-989A-2513-1801-31CE26FDED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1F9F7533-61D4-0DDD-286A-680BFBA053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EEFE6B-631D-B833-A733-68948D53B5BE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FA354F-D7C2-0B70-C2A3-88A0FCA16C78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18B605-8A2C-9AD5-794B-0DE42CD0A2D4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24F6B2A4-00BD-0271-E0A0-637420D8E6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2427EAFE-D623-7D1C-CB20-2935A319E5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Medicine outline">
            <a:extLst>
              <a:ext uri="{FF2B5EF4-FFF2-40B4-BE49-F238E27FC236}">
                <a16:creationId xmlns:a16="http://schemas.microsoft.com/office/drawing/2014/main" id="{90BBF652-3163-D923-6486-FEA33189FE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pic>
        <p:nvPicPr>
          <p:cNvPr id="15" name="Graphic 14" descr="Female Profile outline">
            <a:extLst>
              <a:ext uri="{FF2B5EF4-FFF2-40B4-BE49-F238E27FC236}">
                <a16:creationId xmlns:a16="http://schemas.microsoft.com/office/drawing/2014/main" id="{9C569330-C44E-3839-598A-81823B6BDD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6" name="Graphic 15" descr="Male profile outline">
            <a:extLst>
              <a:ext uri="{FF2B5EF4-FFF2-40B4-BE49-F238E27FC236}">
                <a16:creationId xmlns:a16="http://schemas.microsoft.com/office/drawing/2014/main" id="{1D8D5CA0-3A80-B706-9CDA-4976846AB8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EB7D60-7DCA-D1A2-DB1F-0A4ACFA34341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F4DF5-B21F-E471-B0F1-B86C8CCFF727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2F80B2-3A46-8962-8234-B8553B8DB932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C7A319C-188A-AC35-34F6-4DE0458F52D0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FA34AD8-153B-A98A-49B6-3B4298B359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5EF754F-88CD-811F-D775-6E7E4A0843C2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EC5695A-A011-6EA0-627C-268AC5A76430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9DCBE36-C895-D5A5-2A26-B22FB8FBF3EE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6F2CB7E-2D01-04BB-DFB1-F4CDA8E6B673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5A5FFFF-ABD7-1128-1F55-0A0BADE945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5FF8DC0-E2D0-E195-B6EB-12F0AD83AD9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1D08F76-25D8-6448-5F94-A0034B7BC635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88E5C09-A091-756D-F84F-7B7BC97BB01E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1077263-EBFF-AD10-2FF7-443974D08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C2FE69B-44F6-60EC-832A-0212EF97777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B783856-F84C-2626-62E0-DD5A714C268B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1B1C808-6A8D-3EF1-CE3C-714FCA4C1449}"/>
              </a:ext>
            </a:extLst>
          </p:cNvPr>
          <p:cNvSpPr txBox="1"/>
          <p:nvPr/>
        </p:nvSpPr>
        <p:spPr>
          <a:xfrm>
            <a:off x="4622233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DA3836-9074-D4AA-EE36-42FDA87E724D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D29D4D-D0C0-EA21-EEC4-1C7C7E2D0E95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6" name="Graphic 35" descr="Male profile outline">
            <a:extLst>
              <a:ext uri="{FF2B5EF4-FFF2-40B4-BE49-F238E27FC236}">
                <a16:creationId xmlns:a16="http://schemas.microsoft.com/office/drawing/2014/main" id="{A5D2B324-350C-CFC8-7A5C-7221732FEF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8" name="Graphic 37" descr="Female Profile outline">
            <a:extLst>
              <a:ext uri="{FF2B5EF4-FFF2-40B4-BE49-F238E27FC236}">
                <a16:creationId xmlns:a16="http://schemas.microsoft.com/office/drawing/2014/main" id="{DC62603C-3627-0066-8188-164452AB86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88D4CDCD-7A31-6CD8-6007-14267070C5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F32596EE-E2F3-D0A9-C52C-8C0F6A341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C5608DB9-40C3-8B99-64FA-A6FC5DF0F8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F407421C-F649-3663-C123-6AD994CA85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3" name="Graphic 42" descr="Male profile outline">
            <a:extLst>
              <a:ext uri="{FF2B5EF4-FFF2-40B4-BE49-F238E27FC236}">
                <a16:creationId xmlns:a16="http://schemas.microsoft.com/office/drawing/2014/main" id="{230BBF81-CA4C-51D3-ECF9-6219DED0E8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4" name="Graphic 43" descr="Female Profile outline">
            <a:extLst>
              <a:ext uri="{FF2B5EF4-FFF2-40B4-BE49-F238E27FC236}">
                <a16:creationId xmlns:a16="http://schemas.microsoft.com/office/drawing/2014/main" id="{DFC7A86C-3C9C-B7A5-843A-18FAE23889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E1CA084A-A14A-A59D-FEBF-443329D07E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E551F21A-C553-43F8-AF61-C284E5C893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7" name="Graphic 46" descr="Male profile outline">
            <a:extLst>
              <a:ext uri="{FF2B5EF4-FFF2-40B4-BE49-F238E27FC236}">
                <a16:creationId xmlns:a16="http://schemas.microsoft.com/office/drawing/2014/main" id="{073D4BD2-4E0C-DA11-1F24-263575384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8" name="Graphic 47" descr="Female Profile outline">
            <a:extLst>
              <a:ext uri="{FF2B5EF4-FFF2-40B4-BE49-F238E27FC236}">
                <a16:creationId xmlns:a16="http://schemas.microsoft.com/office/drawing/2014/main" id="{C7E9C1A2-46EB-6D11-15D9-67431A6858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9" name="Graphic 48" descr="Male profile outline">
            <a:extLst>
              <a:ext uri="{FF2B5EF4-FFF2-40B4-BE49-F238E27FC236}">
                <a16:creationId xmlns:a16="http://schemas.microsoft.com/office/drawing/2014/main" id="{F1327001-606E-13B7-E421-413664E67D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50" name="Graphic 49" descr="Female Profile outline">
            <a:extLst>
              <a:ext uri="{FF2B5EF4-FFF2-40B4-BE49-F238E27FC236}">
                <a16:creationId xmlns:a16="http://schemas.microsoft.com/office/drawing/2014/main" id="{D0D92C09-8DB0-B94F-6B6C-CA9952BF6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5B329AE-6BE2-2AAE-6037-013FFC77E3CE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79331B-BCB8-C923-4E0C-03B81BF49A5C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40EC765-F03A-D441-D2D9-7B323C823EDD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BB1B4D6-5EFE-4F83-C9C8-689BED213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4BD837C-C607-7942-2F0D-004B12CFF2CD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BCB1BFE-3C2F-E48C-6FD6-890B01A50B9E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BD28527-5B77-32B7-54AC-2E01607ECF22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2FB8CB6-EDA7-C5FC-6CE1-34BEB36C0291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3D869CF8-4422-F433-B7D8-7707FA1A5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A8241E27-6FB5-2B75-AD7E-E65BAE9D68BA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1D6787B-442C-FCC4-B1A4-5AC27C48F30D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14B423B-6A9F-A2E0-1CF7-C4BA6842B10E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12FFE33-1EFB-F704-4B57-9F7BB14B6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719B803-FCDB-7A84-876E-BE14AA5FB4E0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554B432-FD35-3B2A-DB2B-3B28ED42F68C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246C0DF-79CA-E947-9B2D-C70D355F86F6}"/>
              </a:ext>
            </a:extLst>
          </p:cNvPr>
          <p:cNvSpPr txBox="1"/>
          <p:nvPr/>
        </p:nvSpPr>
        <p:spPr>
          <a:xfrm>
            <a:off x="4620882" y="3320589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3B5E04-B97A-A03F-710A-817BFDAE5F4D}"/>
              </a:ext>
            </a:extLst>
          </p:cNvPr>
          <p:cNvSpPr txBox="1"/>
          <p:nvPr/>
        </p:nvSpPr>
        <p:spPr>
          <a:xfrm>
            <a:off x="5803583" y="3307270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4A1659-5A31-C55F-33F6-E806AAB81057}"/>
              </a:ext>
            </a:extLst>
          </p:cNvPr>
          <p:cNvSpPr txBox="1"/>
          <p:nvPr/>
        </p:nvSpPr>
        <p:spPr>
          <a:xfrm>
            <a:off x="6969771" y="3320589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2010</a:t>
            </a:r>
            <a:endParaRPr lang="en-NL" sz="1350" dirty="0"/>
          </a:p>
        </p:txBody>
      </p:sp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6E79312F-9CC3-10D4-6DED-C8057F7D13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2750137E-FF97-BD1D-8691-76EBE5CB5A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1" name="Graphic 70" descr="Male profile outline">
            <a:extLst>
              <a:ext uri="{FF2B5EF4-FFF2-40B4-BE49-F238E27FC236}">
                <a16:creationId xmlns:a16="http://schemas.microsoft.com/office/drawing/2014/main" id="{5EC4EE73-880D-6A43-8F7B-943AE97760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73F667D5-8799-055D-2486-0FB56EA5FA22}"/>
              </a:ext>
            </a:extLst>
          </p:cNvPr>
          <p:cNvGrpSpPr/>
          <p:nvPr/>
        </p:nvGrpSpPr>
        <p:grpSpPr>
          <a:xfrm>
            <a:off x="4683842" y="1284221"/>
            <a:ext cx="2666380" cy="1617008"/>
            <a:chOff x="6245122" y="1712295"/>
            <a:chExt cx="3555173" cy="2156010"/>
          </a:xfrm>
        </p:grpSpPr>
        <p:pic>
          <p:nvPicPr>
            <p:cNvPr id="73" name="Graphic 72" descr="Male profile outline">
              <a:extLst>
                <a:ext uri="{FF2B5EF4-FFF2-40B4-BE49-F238E27FC236}">
                  <a16:creationId xmlns:a16="http://schemas.microsoft.com/office/drawing/2014/main" id="{8838D160-28EB-49EA-DADB-89590DC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65962" y="2271443"/>
              <a:ext cx="526779" cy="526779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F9ADEE31-4C62-3E8F-587B-177F9EBAC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1135" y="3341526"/>
              <a:ext cx="526779" cy="526779"/>
            </a:xfrm>
            <a:prstGeom prst="rect">
              <a:avLst/>
            </a:prstGeom>
          </p:spPr>
        </p:pic>
        <p:pic>
          <p:nvPicPr>
            <p:cNvPr id="75" name="Graphic 74" descr="Male profile outline">
              <a:extLst>
                <a:ext uri="{FF2B5EF4-FFF2-40B4-BE49-F238E27FC236}">
                  <a16:creationId xmlns:a16="http://schemas.microsoft.com/office/drawing/2014/main" id="{B181B8B6-040C-47AE-321E-41B926CBD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61968" y="3341526"/>
              <a:ext cx="526779" cy="526779"/>
            </a:xfrm>
            <a:prstGeom prst="rect">
              <a:avLst/>
            </a:prstGeom>
          </p:spPr>
        </p:pic>
        <p:pic>
          <p:nvPicPr>
            <p:cNvPr id="76" name="Graphic 75" descr="Female Profile outline">
              <a:extLst>
                <a:ext uri="{FF2B5EF4-FFF2-40B4-BE49-F238E27FC236}">
                  <a16:creationId xmlns:a16="http://schemas.microsoft.com/office/drawing/2014/main" id="{147B9B84-D1E1-3977-EE07-74A188608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7510" y="2271443"/>
              <a:ext cx="526779" cy="526779"/>
            </a:xfrm>
            <a:prstGeom prst="rect">
              <a:avLst/>
            </a:prstGeom>
          </p:spPr>
        </p:pic>
        <p:pic>
          <p:nvPicPr>
            <p:cNvPr id="77" name="Graphic 76" descr="Female Profile outline">
              <a:extLst>
                <a:ext uri="{FF2B5EF4-FFF2-40B4-BE49-F238E27FC236}">
                  <a16:creationId xmlns:a16="http://schemas.microsoft.com/office/drawing/2014/main" id="{D51D3A59-459B-3F58-89DD-7544DE2F8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98339" y="2782378"/>
              <a:ext cx="526779" cy="526779"/>
            </a:xfrm>
            <a:prstGeom prst="rect">
              <a:avLst/>
            </a:prstGeom>
          </p:spPr>
        </p:pic>
        <p:pic>
          <p:nvPicPr>
            <p:cNvPr id="78" name="Graphic 77" descr="Female Profile outline">
              <a:extLst>
                <a:ext uri="{FF2B5EF4-FFF2-40B4-BE49-F238E27FC236}">
                  <a16:creationId xmlns:a16="http://schemas.microsoft.com/office/drawing/2014/main" id="{E1A5FF29-816A-1037-1408-DAA1E9FBC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98339" y="1712295"/>
              <a:ext cx="526779" cy="526779"/>
            </a:xfrm>
            <a:prstGeom prst="rect">
              <a:avLst/>
            </a:prstGeom>
          </p:spPr>
        </p:pic>
        <p:pic>
          <p:nvPicPr>
            <p:cNvPr id="79" name="Graphic 78" descr="Female Profile outline">
              <a:extLst>
                <a:ext uri="{FF2B5EF4-FFF2-40B4-BE49-F238E27FC236}">
                  <a16:creationId xmlns:a16="http://schemas.microsoft.com/office/drawing/2014/main" id="{BA7F00B1-99A0-1C58-73D1-802FFF351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73516" y="2271443"/>
              <a:ext cx="526779" cy="526779"/>
            </a:xfrm>
            <a:prstGeom prst="rect">
              <a:avLst/>
            </a:prstGeom>
          </p:spPr>
        </p:pic>
        <p:pic>
          <p:nvPicPr>
            <p:cNvPr id="80" name="Graphic 79" descr="Female Profile outline">
              <a:extLst>
                <a:ext uri="{FF2B5EF4-FFF2-40B4-BE49-F238E27FC236}">
                  <a16:creationId xmlns:a16="http://schemas.microsoft.com/office/drawing/2014/main" id="{1153FDAA-4D67-C447-A367-F33D4F043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5129" y="3341526"/>
              <a:ext cx="526779" cy="526779"/>
            </a:xfrm>
            <a:prstGeom prst="rect">
              <a:avLst/>
            </a:prstGeom>
          </p:spPr>
        </p:pic>
        <p:pic>
          <p:nvPicPr>
            <p:cNvPr id="81" name="Graphic 80" descr="Male profile outline">
              <a:extLst>
                <a:ext uri="{FF2B5EF4-FFF2-40B4-BE49-F238E27FC236}">
                  <a16:creationId xmlns:a16="http://schemas.microsoft.com/office/drawing/2014/main" id="{7EF503CC-76ED-F5C0-EFEF-6C8519DC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5122" y="2782379"/>
              <a:ext cx="526779" cy="526779"/>
            </a:xfrm>
            <a:prstGeom prst="rect">
              <a:avLst/>
            </a:prstGeom>
          </p:spPr>
        </p:pic>
        <p:pic>
          <p:nvPicPr>
            <p:cNvPr id="82" name="Graphic 81" descr="Female Profile outline">
              <a:extLst>
                <a:ext uri="{FF2B5EF4-FFF2-40B4-BE49-F238E27FC236}">
                  <a16:creationId xmlns:a16="http://schemas.microsoft.com/office/drawing/2014/main" id="{ACCFA370-07C1-9D68-C756-CC80018D5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5133" y="2271443"/>
              <a:ext cx="526779" cy="526779"/>
            </a:xfrm>
            <a:prstGeom prst="rect">
              <a:avLst/>
            </a:prstGeom>
          </p:spPr>
        </p:pic>
        <p:pic>
          <p:nvPicPr>
            <p:cNvPr id="83" name="Graphic 82" descr="Male profile outline">
              <a:extLst>
                <a:ext uri="{FF2B5EF4-FFF2-40B4-BE49-F238E27FC236}">
                  <a16:creationId xmlns:a16="http://schemas.microsoft.com/office/drawing/2014/main" id="{6BDBE2B8-7DB5-BE95-977B-7A79A9525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5126" y="1712296"/>
              <a:ext cx="526779" cy="526779"/>
            </a:xfrm>
            <a:prstGeom prst="rect">
              <a:avLst/>
            </a:prstGeom>
          </p:spPr>
        </p:pic>
        <p:pic>
          <p:nvPicPr>
            <p:cNvPr id="84" name="Graphic 83" descr="Male profile outline">
              <a:extLst>
                <a:ext uri="{FF2B5EF4-FFF2-40B4-BE49-F238E27FC236}">
                  <a16:creationId xmlns:a16="http://schemas.microsoft.com/office/drawing/2014/main" id="{47C4C2AD-4115-9D41-9DB5-FFD4E3B74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65962" y="3341526"/>
              <a:ext cx="526779" cy="526779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692ADCDA-CD83-669E-CEAE-F26BB18D5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65962" y="2782378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Female Profile outline">
              <a:extLst>
                <a:ext uri="{FF2B5EF4-FFF2-40B4-BE49-F238E27FC236}">
                  <a16:creationId xmlns:a16="http://schemas.microsoft.com/office/drawing/2014/main" id="{16ED0B2D-E8BC-E581-4C9E-6A2340F6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65962" y="1712295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Female Profile outline">
              <a:extLst>
                <a:ext uri="{FF2B5EF4-FFF2-40B4-BE49-F238E27FC236}">
                  <a16:creationId xmlns:a16="http://schemas.microsoft.com/office/drawing/2014/main" id="{0CA8BAAD-D8FA-BC3E-ECFC-998DA5BA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1139" y="2271443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Male profile outline">
              <a:extLst>
                <a:ext uri="{FF2B5EF4-FFF2-40B4-BE49-F238E27FC236}">
                  <a16:creationId xmlns:a16="http://schemas.microsoft.com/office/drawing/2014/main" id="{FA831CA8-533D-9CA2-B959-8C1DF6E9B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41132" y="1712296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Female Profile outline">
              <a:extLst>
                <a:ext uri="{FF2B5EF4-FFF2-40B4-BE49-F238E27FC236}">
                  <a16:creationId xmlns:a16="http://schemas.microsoft.com/office/drawing/2014/main" id="{F1064220-8AF8-1CC4-4F71-FAA8C82E2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61968" y="1712295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35FFCD91-DD1D-08D8-EEEE-FE4360931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7506" y="3341526"/>
              <a:ext cx="526779" cy="526779"/>
            </a:xfrm>
            <a:prstGeom prst="rect">
              <a:avLst/>
            </a:prstGeom>
          </p:spPr>
        </p:pic>
        <p:pic>
          <p:nvPicPr>
            <p:cNvPr id="91" name="Graphic 90" descr="Female Profile outline">
              <a:extLst>
                <a:ext uri="{FF2B5EF4-FFF2-40B4-BE49-F238E27FC236}">
                  <a16:creationId xmlns:a16="http://schemas.microsoft.com/office/drawing/2014/main" id="{F3AD751A-4C1D-A25C-2282-A0CF4A160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60166" y="2782378"/>
              <a:ext cx="526779" cy="526779"/>
            </a:xfrm>
            <a:prstGeom prst="rect">
              <a:avLst/>
            </a:prstGeom>
          </p:spPr>
        </p:pic>
      </p:grpSp>
      <p:pic>
        <p:nvPicPr>
          <p:cNvPr id="92" name="Graphic 91" descr="Male profile outline">
            <a:extLst>
              <a:ext uri="{FF2B5EF4-FFF2-40B4-BE49-F238E27FC236}">
                <a16:creationId xmlns:a16="http://schemas.microsoft.com/office/drawing/2014/main" id="{34384DBA-F39B-2CD1-1FEB-5D0A5A8488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93" name="Graphic 92" descr="Male profile outline">
            <a:extLst>
              <a:ext uri="{FF2B5EF4-FFF2-40B4-BE49-F238E27FC236}">
                <a16:creationId xmlns:a16="http://schemas.microsoft.com/office/drawing/2014/main" id="{D66FCAB5-7BAC-595A-D64F-1702EC681A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94" name="Graphic 93" descr="Female Profile outline">
            <a:extLst>
              <a:ext uri="{FF2B5EF4-FFF2-40B4-BE49-F238E27FC236}">
                <a16:creationId xmlns:a16="http://schemas.microsoft.com/office/drawing/2014/main" id="{9B4854B8-244B-7513-BA5D-1324A53D6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95" name="Graphic 94" descr="Male profile outline">
            <a:extLst>
              <a:ext uri="{FF2B5EF4-FFF2-40B4-BE49-F238E27FC236}">
                <a16:creationId xmlns:a16="http://schemas.microsoft.com/office/drawing/2014/main" id="{1C706DC4-D732-E03D-2252-FECF8DFA95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96" name="Graphic 95" descr="Male profile outline">
            <a:extLst>
              <a:ext uri="{FF2B5EF4-FFF2-40B4-BE49-F238E27FC236}">
                <a16:creationId xmlns:a16="http://schemas.microsoft.com/office/drawing/2014/main" id="{240A7E81-E5B7-ACD2-67CE-9EF38CF1B6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97" name="Graphic 96" descr="Male profile outline">
            <a:extLst>
              <a:ext uri="{FF2B5EF4-FFF2-40B4-BE49-F238E27FC236}">
                <a16:creationId xmlns:a16="http://schemas.microsoft.com/office/drawing/2014/main" id="{49C0A0BD-E982-9BFC-C38F-64F7A736F7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98" name="Graphic 97" descr="Female Profile outline">
            <a:extLst>
              <a:ext uri="{FF2B5EF4-FFF2-40B4-BE49-F238E27FC236}">
                <a16:creationId xmlns:a16="http://schemas.microsoft.com/office/drawing/2014/main" id="{F1A3F88E-0971-09F1-B614-A14D24F5D3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99" name="Graphic 98" descr="Male profile outline">
            <a:extLst>
              <a:ext uri="{FF2B5EF4-FFF2-40B4-BE49-F238E27FC236}">
                <a16:creationId xmlns:a16="http://schemas.microsoft.com/office/drawing/2014/main" id="{FCFC2D8A-8EC2-BAE5-FF60-CFD4A515F6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100" name="Graphic 99" descr="Female Profile outline">
            <a:extLst>
              <a:ext uri="{FF2B5EF4-FFF2-40B4-BE49-F238E27FC236}">
                <a16:creationId xmlns:a16="http://schemas.microsoft.com/office/drawing/2014/main" id="{4551A95D-590D-4A87-0F70-557E799388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E77998FD-BE56-BC3B-1DAA-3A6F9BF89F63}"/>
              </a:ext>
            </a:extLst>
          </p:cNvPr>
          <p:cNvSpPr txBox="1"/>
          <p:nvPr/>
        </p:nvSpPr>
        <p:spPr>
          <a:xfrm>
            <a:off x="8152599" y="3322205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56EB289-FEA1-B273-3F53-2E43723C2A8D}"/>
              </a:ext>
            </a:extLst>
          </p:cNvPr>
          <p:cNvGrpSpPr/>
          <p:nvPr/>
        </p:nvGrpSpPr>
        <p:grpSpPr>
          <a:xfrm>
            <a:off x="7739492" y="1304458"/>
            <a:ext cx="787066" cy="2947712"/>
            <a:chOff x="10319322" y="1739276"/>
            <a:chExt cx="1049421" cy="3930283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A4917DE-017B-4CB9-28BE-30FB4EF23658}"/>
                </a:ext>
              </a:extLst>
            </p:cNvPr>
            <p:cNvCxnSpPr/>
            <p:nvPr/>
          </p:nvCxnSpPr>
          <p:spPr>
            <a:xfrm flipV="1">
              <a:off x="10645091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Graphic 103" descr="Medicine outline">
              <a:extLst>
                <a:ext uri="{FF2B5EF4-FFF2-40B4-BE49-F238E27FC236}">
                  <a16:creationId xmlns:a16="http://schemas.microsoft.com/office/drawing/2014/main" id="{C43B060E-4BA4-462A-CBF1-034D5C268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321124" y="4901853"/>
              <a:ext cx="767706" cy="767706"/>
            </a:xfrm>
            <a:prstGeom prst="rect">
              <a:avLst/>
            </a:prstGeom>
          </p:spPr>
        </p:pic>
        <p:pic>
          <p:nvPicPr>
            <p:cNvPr id="105" name="Graphic 104" descr="Female Profile outline">
              <a:extLst>
                <a:ext uri="{FF2B5EF4-FFF2-40B4-BE49-F238E27FC236}">
                  <a16:creationId xmlns:a16="http://schemas.microsoft.com/office/drawing/2014/main" id="{5A3F5B94-C9B0-872F-0FF2-50AE814B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21131" y="3368507"/>
              <a:ext cx="526779" cy="526779"/>
            </a:xfrm>
            <a:prstGeom prst="rect">
              <a:avLst/>
            </a:prstGeom>
          </p:spPr>
        </p:pic>
        <p:pic>
          <p:nvPicPr>
            <p:cNvPr id="106" name="Graphic 105" descr="Male profile outline">
              <a:extLst>
                <a:ext uri="{FF2B5EF4-FFF2-40B4-BE49-F238E27FC236}">
                  <a16:creationId xmlns:a16="http://schemas.microsoft.com/office/drawing/2014/main" id="{4228EEC0-AEA9-7CC8-B4AB-5B047AD4A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21124" y="2809360"/>
              <a:ext cx="526779" cy="526779"/>
            </a:xfrm>
            <a:prstGeom prst="rect">
              <a:avLst/>
            </a:prstGeom>
          </p:spPr>
        </p:pic>
        <p:pic>
          <p:nvPicPr>
            <p:cNvPr id="107" name="Graphic 106" descr="Female Profile outline">
              <a:extLst>
                <a:ext uri="{FF2B5EF4-FFF2-40B4-BE49-F238E27FC236}">
                  <a16:creationId xmlns:a16="http://schemas.microsoft.com/office/drawing/2014/main" id="{178DCA82-B2F7-0BCE-9878-17233A8A6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21135" y="2298424"/>
              <a:ext cx="526779" cy="526779"/>
            </a:xfrm>
            <a:prstGeom prst="rect">
              <a:avLst/>
            </a:prstGeom>
          </p:spPr>
        </p:pic>
        <p:pic>
          <p:nvPicPr>
            <p:cNvPr id="108" name="Graphic 107" descr="Male profile outline">
              <a:extLst>
                <a:ext uri="{FF2B5EF4-FFF2-40B4-BE49-F238E27FC236}">
                  <a16:creationId xmlns:a16="http://schemas.microsoft.com/office/drawing/2014/main" id="{BAEB993D-242F-D7EF-47C4-4E177A64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21128" y="1739277"/>
              <a:ext cx="526779" cy="526779"/>
            </a:xfrm>
            <a:prstGeom prst="rect">
              <a:avLst/>
            </a:prstGeom>
          </p:spPr>
        </p:pic>
        <p:pic>
          <p:nvPicPr>
            <p:cNvPr id="109" name="Graphic 108" descr="Male profile outline">
              <a:extLst>
                <a:ext uri="{FF2B5EF4-FFF2-40B4-BE49-F238E27FC236}">
                  <a16:creationId xmlns:a16="http://schemas.microsoft.com/office/drawing/2014/main" id="{B1A9F552-5501-39BA-B9FC-9EDE588E3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1964" y="3368507"/>
              <a:ext cx="526779" cy="526779"/>
            </a:xfrm>
            <a:prstGeom prst="rect">
              <a:avLst/>
            </a:prstGeom>
          </p:spPr>
        </p:pic>
        <p:pic>
          <p:nvPicPr>
            <p:cNvPr id="110" name="Graphic 109" descr="Female Profile outline">
              <a:extLst>
                <a:ext uri="{FF2B5EF4-FFF2-40B4-BE49-F238E27FC236}">
                  <a16:creationId xmlns:a16="http://schemas.microsoft.com/office/drawing/2014/main" id="{0E8D13E2-C6EB-4E33-2456-EFDE417C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1964" y="2809359"/>
              <a:ext cx="526779" cy="526779"/>
            </a:xfrm>
            <a:prstGeom prst="rect">
              <a:avLst/>
            </a:prstGeom>
          </p:spPr>
        </p:pic>
        <p:pic>
          <p:nvPicPr>
            <p:cNvPr id="111" name="Graphic 110" descr="Male profile outline">
              <a:extLst>
                <a:ext uri="{FF2B5EF4-FFF2-40B4-BE49-F238E27FC236}">
                  <a16:creationId xmlns:a16="http://schemas.microsoft.com/office/drawing/2014/main" id="{C93C5183-5FA4-80F3-D82B-399B52F8B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1964" y="2298424"/>
              <a:ext cx="526779" cy="526779"/>
            </a:xfrm>
            <a:prstGeom prst="rect">
              <a:avLst/>
            </a:prstGeom>
          </p:spPr>
        </p:pic>
        <p:pic>
          <p:nvPicPr>
            <p:cNvPr id="112" name="Graphic 111" descr="Female Profile outline">
              <a:extLst>
                <a:ext uri="{FF2B5EF4-FFF2-40B4-BE49-F238E27FC236}">
                  <a16:creationId xmlns:a16="http://schemas.microsoft.com/office/drawing/2014/main" id="{7560880D-DD4F-615F-7F34-BA15AAD1D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1964" y="1739276"/>
              <a:ext cx="526779" cy="526779"/>
            </a:xfrm>
            <a:prstGeom prst="rect">
              <a:avLst/>
            </a:prstGeom>
          </p:spPr>
        </p:pic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554D5C3-E204-F59B-5052-DDC60D28624C}"/>
                </a:ext>
              </a:extLst>
            </p:cNvPr>
            <p:cNvCxnSpPr/>
            <p:nvPr/>
          </p:nvCxnSpPr>
          <p:spPr>
            <a:xfrm flipV="1">
              <a:off x="10643289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Graphic 113" descr="Medicine outline">
              <a:extLst>
                <a:ext uri="{FF2B5EF4-FFF2-40B4-BE49-F238E27FC236}">
                  <a16:creationId xmlns:a16="http://schemas.microsoft.com/office/drawing/2014/main" id="{87B42F6B-0E15-1CF6-5BAC-12F1F5713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319322" y="4901853"/>
              <a:ext cx="767706" cy="767706"/>
            </a:xfrm>
            <a:prstGeom prst="rect">
              <a:avLst/>
            </a:prstGeom>
          </p:spPr>
        </p:pic>
        <p:pic>
          <p:nvPicPr>
            <p:cNvPr id="115" name="Graphic 114" descr="Female Profile outline">
              <a:extLst>
                <a:ext uri="{FF2B5EF4-FFF2-40B4-BE49-F238E27FC236}">
                  <a16:creationId xmlns:a16="http://schemas.microsoft.com/office/drawing/2014/main" id="{B03EB050-525B-91C9-C2DA-C9210F998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19329" y="3368507"/>
              <a:ext cx="526779" cy="526779"/>
            </a:xfrm>
            <a:prstGeom prst="rect">
              <a:avLst/>
            </a:prstGeom>
          </p:spPr>
        </p:pic>
        <p:pic>
          <p:nvPicPr>
            <p:cNvPr id="116" name="Graphic 115" descr="Male profile outline">
              <a:extLst>
                <a:ext uri="{FF2B5EF4-FFF2-40B4-BE49-F238E27FC236}">
                  <a16:creationId xmlns:a16="http://schemas.microsoft.com/office/drawing/2014/main" id="{D4B51399-1A9B-7210-6129-CEBCC9211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19322" y="2809360"/>
              <a:ext cx="526779" cy="526779"/>
            </a:xfrm>
            <a:prstGeom prst="rect">
              <a:avLst/>
            </a:prstGeom>
          </p:spPr>
        </p:pic>
        <p:pic>
          <p:nvPicPr>
            <p:cNvPr id="117" name="Graphic 116" descr="Female Profile outline">
              <a:extLst>
                <a:ext uri="{FF2B5EF4-FFF2-40B4-BE49-F238E27FC236}">
                  <a16:creationId xmlns:a16="http://schemas.microsoft.com/office/drawing/2014/main" id="{87DC3F1F-0762-123B-09DA-8FD434B7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19333" y="2298424"/>
              <a:ext cx="526779" cy="526779"/>
            </a:xfrm>
            <a:prstGeom prst="rect">
              <a:avLst/>
            </a:prstGeom>
          </p:spPr>
        </p:pic>
        <p:pic>
          <p:nvPicPr>
            <p:cNvPr id="118" name="Graphic 117" descr="Male profile outline">
              <a:extLst>
                <a:ext uri="{FF2B5EF4-FFF2-40B4-BE49-F238E27FC236}">
                  <a16:creationId xmlns:a16="http://schemas.microsoft.com/office/drawing/2014/main" id="{12C7B46D-EA5A-5FC4-B4FA-DA47A0D88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19326" y="1739277"/>
              <a:ext cx="526779" cy="526779"/>
            </a:xfrm>
            <a:prstGeom prst="rect">
              <a:avLst/>
            </a:prstGeom>
          </p:spPr>
        </p:pic>
        <p:pic>
          <p:nvPicPr>
            <p:cNvPr id="119" name="Graphic 118" descr="Male profile outline">
              <a:extLst>
                <a:ext uri="{FF2B5EF4-FFF2-40B4-BE49-F238E27FC236}">
                  <a16:creationId xmlns:a16="http://schemas.microsoft.com/office/drawing/2014/main" id="{013BE0F3-E87C-B05B-40B0-795197666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0162" y="3368507"/>
              <a:ext cx="526779" cy="526779"/>
            </a:xfrm>
            <a:prstGeom prst="rect">
              <a:avLst/>
            </a:prstGeom>
          </p:spPr>
        </p:pic>
        <p:pic>
          <p:nvPicPr>
            <p:cNvPr id="120" name="Graphic 119" descr="Female Profile outline">
              <a:extLst>
                <a:ext uri="{FF2B5EF4-FFF2-40B4-BE49-F238E27FC236}">
                  <a16:creationId xmlns:a16="http://schemas.microsoft.com/office/drawing/2014/main" id="{1B09BAB7-F550-F337-9D91-C29BC2C76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0162" y="2809359"/>
              <a:ext cx="526779" cy="526779"/>
            </a:xfrm>
            <a:prstGeom prst="rect">
              <a:avLst/>
            </a:prstGeom>
          </p:spPr>
        </p:pic>
        <p:pic>
          <p:nvPicPr>
            <p:cNvPr id="121" name="Graphic 120" descr="Male profile outline">
              <a:extLst>
                <a:ext uri="{FF2B5EF4-FFF2-40B4-BE49-F238E27FC236}">
                  <a16:creationId xmlns:a16="http://schemas.microsoft.com/office/drawing/2014/main" id="{725BFFD7-67D8-4500-CEA7-BBA4457BF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0162" y="2298424"/>
              <a:ext cx="526779" cy="526779"/>
            </a:xfrm>
            <a:prstGeom prst="rect">
              <a:avLst/>
            </a:prstGeom>
          </p:spPr>
        </p:pic>
        <p:pic>
          <p:nvPicPr>
            <p:cNvPr id="122" name="Graphic 121" descr="Female Profile outline">
              <a:extLst>
                <a:ext uri="{FF2B5EF4-FFF2-40B4-BE49-F238E27FC236}">
                  <a16:creationId xmlns:a16="http://schemas.microsoft.com/office/drawing/2014/main" id="{FFC39E7E-FCD7-5406-BE24-FB335386B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0162" y="1739276"/>
              <a:ext cx="526779" cy="526779"/>
            </a:xfrm>
            <a:prstGeom prst="rect">
              <a:avLst/>
            </a:prstGeom>
          </p:spPr>
        </p:pic>
      </p:grpSp>
      <p:sp>
        <p:nvSpPr>
          <p:cNvPr id="123" name="Title 1">
            <a:extLst>
              <a:ext uri="{FF2B5EF4-FFF2-40B4-BE49-F238E27FC236}">
                <a16:creationId xmlns:a16="http://schemas.microsoft.com/office/drawing/2014/main" id="{A4486DA0-DB80-54C5-92C3-CDC3985C0318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 dirty="0" err="1"/>
              <a:t>Introduction</a:t>
            </a:r>
            <a:endParaRPr lang="en-NL" b="1" dirty="0"/>
          </a:p>
        </p:txBody>
      </p:sp>
      <p:sp>
        <p:nvSpPr>
          <p:cNvPr id="124" name="Slide Number Placeholder 123">
            <a:extLst>
              <a:ext uri="{FF2B5EF4-FFF2-40B4-BE49-F238E27FC236}">
                <a16:creationId xmlns:a16="http://schemas.microsoft.com/office/drawing/2014/main" id="{C7AD5AAE-ED63-FA9E-2324-38E3C6D96A8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135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C546-3010-65CE-1299-94DC9AAD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136DCD5E-3D90-7AAA-88E0-7B5A0555A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D9F04B92-0D55-FE2E-FFA5-3F96438F6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C2FB2A87-84B7-B2BF-504A-895914C863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8C6EDEFA-AA64-B32B-D897-FEEEDF5F1C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AA81CC3B-BEED-B2AD-7B74-7D4DCB08D9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04B37FE2-0340-7DEF-18F1-9878B2DD79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E54883F6-B7E7-AE30-5E18-9D183B1D9E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BB2160-B926-BF44-0D7F-E0E404C6458B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E2FD2-467D-3D03-550E-69CFD5B9F5CE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2B6CE1-C2E5-5493-C267-7297786A3D8B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93DBA8FB-7762-8947-9A02-ED3C72FC73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04E0B021-CD79-2687-2C6D-EB63B97CD2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Medicine outline">
            <a:extLst>
              <a:ext uri="{FF2B5EF4-FFF2-40B4-BE49-F238E27FC236}">
                <a16:creationId xmlns:a16="http://schemas.microsoft.com/office/drawing/2014/main" id="{A4BA5477-A180-1ABE-A62C-159CD7B155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pic>
        <p:nvPicPr>
          <p:cNvPr id="15" name="Graphic 14" descr="Female Profile outline">
            <a:extLst>
              <a:ext uri="{FF2B5EF4-FFF2-40B4-BE49-F238E27FC236}">
                <a16:creationId xmlns:a16="http://schemas.microsoft.com/office/drawing/2014/main" id="{C75531EE-0EC6-0660-829F-DE2A7C9DFA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6" name="Graphic 15" descr="Male profile outline">
            <a:extLst>
              <a:ext uri="{FF2B5EF4-FFF2-40B4-BE49-F238E27FC236}">
                <a16:creationId xmlns:a16="http://schemas.microsoft.com/office/drawing/2014/main" id="{046FFDDB-FF73-97C7-8F42-12753CACF3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5D3F226-2CFD-4CFA-97B0-A22DD60BB235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D45EA-F5AE-FA80-29A4-D0CC2CC823E3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B6E4B-9682-C622-7318-68862D3D5ABB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E69865-6228-0193-973C-33E9B9F9898D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044F09D-37B8-3DA1-7863-08196DCB2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AF5358-1325-7BBB-CC4D-23D5C16277C8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27A1604-BA11-441B-22D1-0459EC9B80B8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41B0993-2F26-7752-122F-062435B5FD3A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9D2DAF2-4AB3-8E8A-0DED-D88CFEFD6EE6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526BF07-501C-9791-3A39-ADE4FF9D19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BF737B7-E6FE-89F9-2548-4470E612927C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C907655-FD52-6AD0-E604-60C7D559E00B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AC792AA-D11A-6997-BB93-27B29D772F08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54ADAF9-024C-6048-A549-77A78121B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FF1B35E-05B8-A54B-B351-15990C45674D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64A29E1-0E7C-CAA0-0235-25B7137F2558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0CA82E0-F7DD-6D29-B695-17323A9E608B}"/>
              </a:ext>
            </a:extLst>
          </p:cNvPr>
          <p:cNvSpPr txBox="1"/>
          <p:nvPr/>
        </p:nvSpPr>
        <p:spPr>
          <a:xfrm>
            <a:off x="4622233" y="3320589"/>
            <a:ext cx="589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FBF262-CD89-DC69-50F9-6107C27C76E8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7BAE2A-58D0-420F-341B-B719E29AA222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6" name="Graphic 35" descr="Male profile outline">
            <a:extLst>
              <a:ext uri="{FF2B5EF4-FFF2-40B4-BE49-F238E27FC236}">
                <a16:creationId xmlns:a16="http://schemas.microsoft.com/office/drawing/2014/main" id="{C458FECA-D912-2D96-F68E-8080F7F16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8" name="Graphic 37" descr="Female Profile outline">
            <a:extLst>
              <a:ext uri="{FF2B5EF4-FFF2-40B4-BE49-F238E27FC236}">
                <a16:creationId xmlns:a16="http://schemas.microsoft.com/office/drawing/2014/main" id="{FAAD14EF-61F1-AF0A-4494-73D32DFE52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D419CC8E-03EF-8B22-E1FD-2730F2F0B4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2330BB6B-4507-7399-53FA-629E88A103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24387497-0AB0-F574-916E-FC6523A174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F8263D91-976F-AD72-C569-52CC106A8F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3" name="Graphic 42" descr="Male profile outline">
            <a:extLst>
              <a:ext uri="{FF2B5EF4-FFF2-40B4-BE49-F238E27FC236}">
                <a16:creationId xmlns:a16="http://schemas.microsoft.com/office/drawing/2014/main" id="{0FA2F57C-8D45-573B-52F5-197F77596E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4" name="Graphic 43" descr="Female Profile outline">
            <a:extLst>
              <a:ext uri="{FF2B5EF4-FFF2-40B4-BE49-F238E27FC236}">
                <a16:creationId xmlns:a16="http://schemas.microsoft.com/office/drawing/2014/main" id="{0A3355CC-96E5-07F6-13CC-C7B9BAF1F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FEFD1740-6E23-84CB-F840-B1995F13E3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415B3F91-FA1C-05D2-DA40-0A9E93F755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7" name="Graphic 46" descr="Male profile outline">
            <a:extLst>
              <a:ext uri="{FF2B5EF4-FFF2-40B4-BE49-F238E27FC236}">
                <a16:creationId xmlns:a16="http://schemas.microsoft.com/office/drawing/2014/main" id="{8DF009CC-68AC-67E0-EF5B-406C73CA5A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8" name="Graphic 47" descr="Female Profile outline">
            <a:extLst>
              <a:ext uri="{FF2B5EF4-FFF2-40B4-BE49-F238E27FC236}">
                <a16:creationId xmlns:a16="http://schemas.microsoft.com/office/drawing/2014/main" id="{3DC0C25F-D551-3FE2-B6E8-E147FB2C43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9" name="Graphic 48" descr="Male profile outline">
            <a:extLst>
              <a:ext uri="{FF2B5EF4-FFF2-40B4-BE49-F238E27FC236}">
                <a16:creationId xmlns:a16="http://schemas.microsoft.com/office/drawing/2014/main" id="{2486B5E6-64AC-E642-DD6B-D24D17ECCB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50" name="Graphic 49" descr="Female Profile outline">
            <a:extLst>
              <a:ext uri="{FF2B5EF4-FFF2-40B4-BE49-F238E27FC236}">
                <a16:creationId xmlns:a16="http://schemas.microsoft.com/office/drawing/2014/main" id="{CC4C81BF-27F8-B6A4-1103-5DCAC413F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9EA00A0-F8F1-0742-E963-89734C028ACB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0C1D4A-3749-4360-7316-0E907531B5B3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9A508FF-EABE-659D-A1C0-A342F3BB654E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82A0285-7202-D97F-AD9E-FDB9443FE5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074C587-B7F1-6CA8-40D5-B2E5FF85FD0F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2946C4D-8F39-9B04-5B26-67D5563141DD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2A14924-0810-D72F-25D6-EAB53CCF2179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D4BDD53-5D0D-1B76-9D02-C5D7D3A62F6D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1FE6C5B-96B6-295D-A618-E824BF2C4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F00A9FB-84DE-A99F-8296-C36E50CF2AF1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6529811C-2160-285D-7074-E03800708A79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3845C73-F38C-ADA8-242B-041D64BFBB99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C1CF494-55AA-53B8-98C0-863EABB0F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7E2D158-DD91-981A-EADF-36683C82C9A0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973AFC9B-B310-81FB-78B4-1FB74A61A909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F037D06-EE12-03C4-2768-8C91A2A2D18B}"/>
              </a:ext>
            </a:extLst>
          </p:cNvPr>
          <p:cNvSpPr txBox="1"/>
          <p:nvPr/>
        </p:nvSpPr>
        <p:spPr>
          <a:xfrm>
            <a:off x="5803583" y="3307270"/>
            <a:ext cx="57577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49AB6F-DABF-B41B-5D71-57C6851DE4CE}"/>
              </a:ext>
            </a:extLst>
          </p:cNvPr>
          <p:cNvSpPr txBox="1"/>
          <p:nvPr/>
        </p:nvSpPr>
        <p:spPr>
          <a:xfrm>
            <a:off x="6969771" y="3320589"/>
            <a:ext cx="6571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2010</a:t>
            </a:r>
            <a:endParaRPr lang="en-NL" sz="1350"/>
          </a:p>
        </p:txBody>
      </p:sp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F2C4DED4-9A33-CDF5-88AD-1E1140B855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6FBF6A4C-39B6-DF56-313B-C726D30B18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1" name="Graphic 70" descr="Male profile outline">
            <a:extLst>
              <a:ext uri="{FF2B5EF4-FFF2-40B4-BE49-F238E27FC236}">
                <a16:creationId xmlns:a16="http://schemas.microsoft.com/office/drawing/2014/main" id="{CA8582DE-B0EF-9E40-9DE7-9FF47744F6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pic>
        <p:nvPicPr>
          <p:cNvPr id="72" name="Graphic 71" descr="Male profile outline">
            <a:extLst>
              <a:ext uri="{FF2B5EF4-FFF2-40B4-BE49-F238E27FC236}">
                <a16:creationId xmlns:a16="http://schemas.microsoft.com/office/drawing/2014/main" id="{7A46E494-F4EB-027C-26DA-7CB184F605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73" name="Graphic 72" descr="Male profile outline">
            <a:extLst>
              <a:ext uri="{FF2B5EF4-FFF2-40B4-BE49-F238E27FC236}">
                <a16:creationId xmlns:a16="http://schemas.microsoft.com/office/drawing/2014/main" id="{C2EC586C-0ABC-66C5-8CD6-BC879A9807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74" name="Graphic 73" descr="Female Profile outline">
            <a:extLst>
              <a:ext uri="{FF2B5EF4-FFF2-40B4-BE49-F238E27FC236}">
                <a16:creationId xmlns:a16="http://schemas.microsoft.com/office/drawing/2014/main" id="{850495C0-FD7A-EF87-22C5-2AEDD034E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75" name="Graphic 74" descr="Male profile outline">
            <a:extLst>
              <a:ext uri="{FF2B5EF4-FFF2-40B4-BE49-F238E27FC236}">
                <a16:creationId xmlns:a16="http://schemas.microsoft.com/office/drawing/2014/main" id="{EDF43532-BB5D-713A-6D24-1384B7EB03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76" name="Graphic 75" descr="Male profile outline">
            <a:extLst>
              <a:ext uri="{FF2B5EF4-FFF2-40B4-BE49-F238E27FC236}">
                <a16:creationId xmlns:a16="http://schemas.microsoft.com/office/drawing/2014/main" id="{B5EF8B8B-7DB9-B88A-C84E-E220CFCE1E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77" name="Graphic 76" descr="Male profile outline">
            <a:extLst>
              <a:ext uri="{FF2B5EF4-FFF2-40B4-BE49-F238E27FC236}">
                <a16:creationId xmlns:a16="http://schemas.microsoft.com/office/drawing/2014/main" id="{40F2B595-C7E4-265E-1BDF-D6FED50578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78" name="Graphic 77" descr="Female Profile outline">
            <a:extLst>
              <a:ext uri="{FF2B5EF4-FFF2-40B4-BE49-F238E27FC236}">
                <a16:creationId xmlns:a16="http://schemas.microsoft.com/office/drawing/2014/main" id="{BBD73EB4-3AB9-123A-4E06-DB2A296DCE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79" name="Graphic 78" descr="Male profile outline">
            <a:extLst>
              <a:ext uri="{FF2B5EF4-FFF2-40B4-BE49-F238E27FC236}">
                <a16:creationId xmlns:a16="http://schemas.microsoft.com/office/drawing/2014/main" id="{BC2F928C-4C94-7E93-1EA5-B07D75668E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80" name="Graphic 79" descr="Female Profile outline">
            <a:extLst>
              <a:ext uri="{FF2B5EF4-FFF2-40B4-BE49-F238E27FC236}">
                <a16:creationId xmlns:a16="http://schemas.microsoft.com/office/drawing/2014/main" id="{4F44D593-EC17-6160-A6A0-A50518AF5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27FC328-9EE2-A31F-6F82-043E9A2BB40F}"/>
              </a:ext>
            </a:extLst>
          </p:cNvPr>
          <p:cNvSpPr txBox="1"/>
          <p:nvPr/>
        </p:nvSpPr>
        <p:spPr>
          <a:xfrm>
            <a:off x="8152599" y="3322205"/>
            <a:ext cx="6297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04183B8-0627-3AFA-4FED-A1FA27E023D8}"/>
              </a:ext>
            </a:extLst>
          </p:cNvPr>
          <p:cNvGrpSpPr/>
          <p:nvPr/>
        </p:nvGrpSpPr>
        <p:grpSpPr>
          <a:xfrm>
            <a:off x="7739492" y="1304458"/>
            <a:ext cx="787066" cy="2947712"/>
            <a:chOff x="10319322" y="1739276"/>
            <a:chExt cx="1049421" cy="3930283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1C7B59E-49A0-D093-A361-DA36C196FB0D}"/>
                </a:ext>
              </a:extLst>
            </p:cNvPr>
            <p:cNvCxnSpPr/>
            <p:nvPr/>
          </p:nvCxnSpPr>
          <p:spPr>
            <a:xfrm flipV="1">
              <a:off x="10645091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Graphic 83" descr="Medicine outline">
              <a:extLst>
                <a:ext uri="{FF2B5EF4-FFF2-40B4-BE49-F238E27FC236}">
                  <a16:creationId xmlns:a16="http://schemas.microsoft.com/office/drawing/2014/main" id="{B82A4C2E-EAB4-047F-1CCD-273427A1F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321124" y="4901853"/>
              <a:ext cx="767706" cy="767706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0E085EF0-B88F-256D-F7B9-956255DDB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21131" y="3368507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Male profile outline">
              <a:extLst>
                <a:ext uri="{FF2B5EF4-FFF2-40B4-BE49-F238E27FC236}">
                  <a16:creationId xmlns:a16="http://schemas.microsoft.com/office/drawing/2014/main" id="{D5A17CB4-FEF9-1CDC-6C0C-14B5400CC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21124" y="2809360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Female Profile outline">
              <a:extLst>
                <a:ext uri="{FF2B5EF4-FFF2-40B4-BE49-F238E27FC236}">
                  <a16:creationId xmlns:a16="http://schemas.microsoft.com/office/drawing/2014/main" id="{DEF9FEAE-B784-A75A-E30E-0FAB017FB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21135" y="2298424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Male profile outline">
              <a:extLst>
                <a:ext uri="{FF2B5EF4-FFF2-40B4-BE49-F238E27FC236}">
                  <a16:creationId xmlns:a16="http://schemas.microsoft.com/office/drawing/2014/main" id="{85074090-04F6-33FE-E8C2-DCC4C41E2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21128" y="1739277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Male profile outline">
              <a:extLst>
                <a:ext uri="{FF2B5EF4-FFF2-40B4-BE49-F238E27FC236}">
                  <a16:creationId xmlns:a16="http://schemas.microsoft.com/office/drawing/2014/main" id="{C1D388E2-2559-D5F5-03E0-E32B8A2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1964" y="3368507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D6252AE7-2A89-F8F7-803E-6558E8788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1964" y="2809359"/>
              <a:ext cx="526779" cy="526779"/>
            </a:xfrm>
            <a:prstGeom prst="rect">
              <a:avLst/>
            </a:prstGeom>
          </p:spPr>
        </p:pic>
        <p:pic>
          <p:nvPicPr>
            <p:cNvPr id="91" name="Graphic 90" descr="Male profile outline">
              <a:extLst>
                <a:ext uri="{FF2B5EF4-FFF2-40B4-BE49-F238E27FC236}">
                  <a16:creationId xmlns:a16="http://schemas.microsoft.com/office/drawing/2014/main" id="{5479F09C-3D1D-4B9B-5CE3-43F62182F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1964" y="2298424"/>
              <a:ext cx="526779" cy="526779"/>
            </a:xfrm>
            <a:prstGeom prst="rect">
              <a:avLst/>
            </a:prstGeom>
          </p:spPr>
        </p:pic>
        <p:pic>
          <p:nvPicPr>
            <p:cNvPr id="92" name="Graphic 91" descr="Female Profile outline">
              <a:extLst>
                <a:ext uri="{FF2B5EF4-FFF2-40B4-BE49-F238E27FC236}">
                  <a16:creationId xmlns:a16="http://schemas.microsoft.com/office/drawing/2014/main" id="{66357E2A-6E08-908B-F661-5E8E78BE9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1964" y="1739276"/>
              <a:ext cx="526779" cy="526779"/>
            </a:xfrm>
            <a:prstGeom prst="rect">
              <a:avLst/>
            </a:prstGeom>
          </p:spPr>
        </p:pic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FEA6FD3-4C10-0EBD-B8C9-B3F461AAD741}"/>
                </a:ext>
              </a:extLst>
            </p:cNvPr>
            <p:cNvCxnSpPr/>
            <p:nvPr/>
          </p:nvCxnSpPr>
          <p:spPr>
            <a:xfrm flipV="1">
              <a:off x="10643289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Graphic 93" descr="Medicine outline">
              <a:extLst>
                <a:ext uri="{FF2B5EF4-FFF2-40B4-BE49-F238E27FC236}">
                  <a16:creationId xmlns:a16="http://schemas.microsoft.com/office/drawing/2014/main" id="{94B35BE2-F1EA-317D-B677-FDABD9DB0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319322" y="4901853"/>
              <a:ext cx="767706" cy="767706"/>
            </a:xfrm>
            <a:prstGeom prst="rect">
              <a:avLst/>
            </a:prstGeom>
          </p:spPr>
        </p:pic>
        <p:pic>
          <p:nvPicPr>
            <p:cNvPr id="95" name="Graphic 94" descr="Female Profile outline">
              <a:extLst>
                <a:ext uri="{FF2B5EF4-FFF2-40B4-BE49-F238E27FC236}">
                  <a16:creationId xmlns:a16="http://schemas.microsoft.com/office/drawing/2014/main" id="{7604C4CE-E707-49A1-7B36-A9A54C01F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19329" y="3368507"/>
              <a:ext cx="526779" cy="526779"/>
            </a:xfrm>
            <a:prstGeom prst="rect">
              <a:avLst/>
            </a:prstGeom>
          </p:spPr>
        </p:pic>
        <p:pic>
          <p:nvPicPr>
            <p:cNvPr id="96" name="Graphic 95" descr="Male profile outline">
              <a:extLst>
                <a:ext uri="{FF2B5EF4-FFF2-40B4-BE49-F238E27FC236}">
                  <a16:creationId xmlns:a16="http://schemas.microsoft.com/office/drawing/2014/main" id="{C090AD80-4E93-8704-8AA4-A32E15FD2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19322" y="2809360"/>
              <a:ext cx="526779" cy="526779"/>
            </a:xfrm>
            <a:prstGeom prst="rect">
              <a:avLst/>
            </a:prstGeom>
          </p:spPr>
        </p:pic>
        <p:pic>
          <p:nvPicPr>
            <p:cNvPr id="97" name="Graphic 96" descr="Female Profile outline">
              <a:extLst>
                <a:ext uri="{FF2B5EF4-FFF2-40B4-BE49-F238E27FC236}">
                  <a16:creationId xmlns:a16="http://schemas.microsoft.com/office/drawing/2014/main" id="{C85A5336-CE30-637D-69E3-07DB0863A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19333" y="2298424"/>
              <a:ext cx="526779" cy="526779"/>
            </a:xfrm>
            <a:prstGeom prst="rect">
              <a:avLst/>
            </a:prstGeom>
          </p:spPr>
        </p:pic>
        <p:pic>
          <p:nvPicPr>
            <p:cNvPr id="98" name="Graphic 97" descr="Male profile outline">
              <a:extLst>
                <a:ext uri="{FF2B5EF4-FFF2-40B4-BE49-F238E27FC236}">
                  <a16:creationId xmlns:a16="http://schemas.microsoft.com/office/drawing/2014/main" id="{FBDD0BC6-F021-75D3-E185-D0463B451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319326" y="1739277"/>
              <a:ext cx="526779" cy="526779"/>
            </a:xfrm>
            <a:prstGeom prst="rect">
              <a:avLst/>
            </a:prstGeom>
          </p:spPr>
        </p:pic>
        <p:pic>
          <p:nvPicPr>
            <p:cNvPr id="99" name="Graphic 98" descr="Male profile outline">
              <a:extLst>
                <a:ext uri="{FF2B5EF4-FFF2-40B4-BE49-F238E27FC236}">
                  <a16:creationId xmlns:a16="http://schemas.microsoft.com/office/drawing/2014/main" id="{E878A0B3-08B9-9E85-B0D1-5DD21585B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0162" y="3368507"/>
              <a:ext cx="526779" cy="526779"/>
            </a:xfrm>
            <a:prstGeom prst="rect">
              <a:avLst/>
            </a:prstGeom>
          </p:spPr>
        </p:pic>
        <p:pic>
          <p:nvPicPr>
            <p:cNvPr id="100" name="Graphic 99" descr="Female Profile outline">
              <a:extLst>
                <a:ext uri="{FF2B5EF4-FFF2-40B4-BE49-F238E27FC236}">
                  <a16:creationId xmlns:a16="http://schemas.microsoft.com/office/drawing/2014/main" id="{8FF8645E-F945-9E14-5666-8C1CDAA57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0162" y="2809359"/>
              <a:ext cx="526779" cy="526779"/>
            </a:xfrm>
            <a:prstGeom prst="rect">
              <a:avLst/>
            </a:prstGeom>
          </p:spPr>
        </p:pic>
        <p:pic>
          <p:nvPicPr>
            <p:cNvPr id="101" name="Graphic 100" descr="Male profile outline">
              <a:extLst>
                <a:ext uri="{FF2B5EF4-FFF2-40B4-BE49-F238E27FC236}">
                  <a16:creationId xmlns:a16="http://schemas.microsoft.com/office/drawing/2014/main" id="{B18117F8-BAF1-5479-D6C8-A4133A910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40162" y="2298424"/>
              <a:ext cx="526779" cy="526779"/>
            </a:xfrm>
            <a:prstGeom prst="rect">
              <a:avLst/>
            </a:prstGeom>
          </p:spPr>
        </p:pic>
        <p:pic>
          <p:nvPicPr>
            <p:cNvPr id="102" name="Graphic 101" descr="Female Profile outline">
              <a:extLst>
                <a:ext uri="{FF2B5EF4-FFF2-40B4-BE49-F238E27FC236}">
                  <a16:creationId xmlns:a16="http://schemas.microsoft.com/office/drawing/2014/main" id="{F47FA913-B608-B39C-621C-6A9C83F2A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840162" y="1739276"/>
              <a:ext cx="526779" cy="526779"/>
            </a:xfrm>
            <a:prstGeom prst="rect">
              <a:avLst/>
            </a:prstGeom>
          </p:spPr>
        </p:pic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6A9A2FE1-DE8C-CB06-C5D6-B5B2A6123E8C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9D1F728C-8618-0551-E5D6-B01C6F2C302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588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739F-9C09-9070-D8E4-A64DD721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76C1AD-15AF-F770-40CC-13462E33A8AA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EDBBD9-9346-4552-20B5-434670C13CB9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DD57D9-16B9-570E-90CB-F3BC589FD07E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C9C06-338B-27FF-3C72-633EC123A0C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D8586-4E29-4F4C-A344-4114E80FC4A3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</p:spTree>
    <p:extLst>
      <p:ext uri="{BB962C8B-B14F-4D97-AF65-F5344CB8AC3E}">
        <p14:creationId xmlns:p14="http://schemas.microsoft.com/office/powerpoint/2010/main" val="399777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110A-E2AD-2D47-B88E-842CFEB1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14442E-2B5D-EF09-A34A-356084AD071E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CF9A0E-656E-4477-8AF2-F69710CC32CD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48B4FE8-46ED-CAC6-F53E-D3463255E988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3F6FE6C-CC10-37FE-C9CC-D56EE848FB75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6A227-3E58-7250-6FE1-CF077B3F2E1A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4A020-DBD8-480B-86C7-3695ED51A684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1E2029-48E4-5C9F-1568-9E67BDB2BF8A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2FF31A-4298-6B1C-5D33-122AE766A83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9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2493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4008-C6A8-A170-0875-21299B5E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43A1C4-F6F0-2C0D-DED7-54A6A2F5A21D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B40BDC-DDF1-6A2A-A1C8-5C2BECDD2FCD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5A3C706-459E-1B19-9200-DFD0D7F535F9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2B65E0E-AE16-DDAA-6AA1-841155EC4301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606C2F0-BA8E-E880-3FF2-BC1D398EE3D8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F6E6B-5E3B-23A2-DFE4-5D0442319A10}"/>
              </a:ext>
            </a:extLst>
          </p:cNvPr>
          <p:cNvSpPr txBox="1"/>
          <p:nvPr/>
        </p:nvSpPr>
        <p:spPr>
          <a:xfrm>
            <a:off x="2475797" y="2294751"/>
            <a:ext cx="15920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endParaRPr lang="nl-NL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D7112-39B5-0271-99C1-112B049CCFB9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DFEA7C-50AA-C7D9-DF47-DBDCE3FD23C6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91A778-F48F-4CC1-E187-F63C7CB5CA1A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10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89E60-7DC8-A536-85F0-8226064DD909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</p:spTree>
    <p:extLst>
      <p:ext uri="{BB962C8B-B14F-4D97-AF65-F5344CB8AC3E}">
        <p14:creationId xmlns:p14="http://schemas.microsoft.com/office/powerpoint/2010/main" val="427612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7CEC-2CE1-61A0-59A2-5EA5A430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F0CC63-06F4-AB80-DAC1-E47A06FB3AE8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A5C5F7-F6CF-F1D0-BD2B-3FF5F10440EA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67F9F64-631C-B79A-F811-D29C28F40591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BBFA4B2-1B3C-1DB1-3B1C-6581CD818C29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DACE1D1-4C53-88FE-BE0F-5B64CF60C459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7D6BAB-F77F-D8FA-50E6-34959CE0D6C4}"/>
              </a:ext>
            </a:extLst>
          </p:cNvPr>
          <p:cNvSpPr txBox="1"/>
          <p:nvPr/>
        </p:nvSpPr>
        <p:spPr>
          <a:xfrm>
            <a:off x="2475797" y="2294751"/>
            <a:ext cx="15920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endParaRPr lang="nl-NL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F712C-741F-D19F-D80B-FC642136889A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5B2AE-A694-D926-ED60-B61906272E0E}"/>
              </a:ext>
            </a:extLst>
          </p:cNvPr>
          <p:cNvCxnSpPr>
            <a:cxnSpLocks/>
          </p:cNvCxnSpPr>
          <p:nvPr/>
        </p:nvCxnSpPr>
        <p:spPr>
          <a:xfrm>
            <a:off x="1867720" y="3376048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FB9D09-375F-5361-4FAF-0C8E9B7DF895}"/>
              </a:ext>
            </a:extLst>
          </p:cNvPr>
          <p:cNvCxnSpPr>
            <a:cxnSpLocks/>
          </p:cNvCxnSpPr>
          <p:nvPr/>
        </p:nvCxnSpPr>
        <p:spPr>
          <a:xfrm>
            <a:off x="1867720" y="3461577"/>
            <a:ext cx="1982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28E396-1CF1-4D8B-8D3B-A77BDD3B71E3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B5B732-6C69-8371-C21C-388B855029D8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87F591-964A-51C7-19EB-C3AF23284EAA}"/>
              </a:ext>
            </a:extLst>
          </p:cNvPr>
          <p:cNvSpPr/>
          <p:nvPr/>
        </p:nvSpPr>
        <p:spPr>
          <a:xfrm>
            <a:off x="1754414" y="3337190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EC5F45-863B-93CD-BA25-E79F7D63E5AB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265B51A-ED5C-2784-F284-3F91D838AD3D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076AC8-BB9C-E283-5C90-2C106B419AFF}"/>
              </a:ext>
            </a:extLst>
          </p:cNvPr>
          <p:cNvSpPr txBox="1"/>
          <p:nvPr/>
        </p:nvSpPr>
        <p:spPr>
          <a:xfrm>
            <a:off x="1285423" y="2968690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4C35D-D434-0E50-8318-9CFAF1C98390}"/>
              </a:ext>
            </a:extLst>
          </p:cNvPr>
          <p:cNvSpPr txBox="1"/>
          <p:nvPr/>
        </p:nvSpPr>
        <p:spPr>
          <a:xfrm>
            <a:off x="32938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Beginning</a:t>
            </a:r>
            <a:r>
              <a:rPr lang="nl-NL" sz="1350" b="1" dirty="0"/>
              <a:t> of treatment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DC8DF0-48F8-470B-9613-9CD8D81F4591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7A9BF-D2BA-51CA-3802-B58C9467C1C4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B4C3BEC-D16C-50FF-53C2-E3569229E8F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11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67135-E594-91A9-DD47-8E5A0B3D90EF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</p:spTree>
    <p:extLst>
      <p:ext uri="{BB962C8B-B14F-4D97-AF65-F5344CB8AC3E}">
        <p14:creationId xmlns:p14="http://schemas.microsoft.com/office/powerpoint/2010/main" val="1057372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1681-D437-8CF2-691E-8443B54F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2E8F80-ABFB-7728-7CCB-84CA48073C4E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514CF2-E2D7-9286-331E-2BABA5840E33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E3059C4-2152-283A-0140-11A27F906CC1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6FD02C6-6679-E5A7-9293-3CC137141424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63A4E2-D821-08EC-8F1D-FCA3B94F66BA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9B69E-81AA-2446-0471-8603E8E92AC4}"/>
              </a:ext>
            </a:extLst>
          </p:cNvPr>
          <p:cNvSpPr txBox="1"/>
          <p:nvPr/>
        </p:nvSpPr>
        <p:spPr>
          <a:xfrm>
            <a:off x="2475797" y="2294751"/>
            <a:ext cx="15920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endParaRPr lang="nl-NL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D4219-AD45-3333-AC1E-71845BD3D64D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C9605-552F-BCD0-E8AD-AF5CFF5FE635}"/>
              </a:ext>
            </a:extLst>
          </p:cNvPr>
          <p:cNvCxnSpPr>
            <a:cxnSpLocks/>
          </p:cNvCxnSpPr>
          <p:nvPr/>
        </p:nvCxnSpPr>
        <p:spPr>
          <a:xfrm>
            <a:off x="1867720" y="3376048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D34BDA-3AE1-8307-5671-75343D6856BC}"/>
              </a:ext>
            </a:extLst>
          </p:cNvPr>
          <p:cNvCxnSpPr>
            <a:cxnSpLocks/>
          </p:cNvCxnSpPr>
          <p:nvPr/>
        </p:nvCxnSpPr>
        <p:spPr>
          <a:xfrm>
            <a:off x="1867720" y="3461577"/>
            <a:ext cx="1982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08E0D7-2881-1C25-093A-09687C3874DD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31399A-AE47-A870-D7F3-87D5F0E9C0A6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45D1B32-7CA2-CF25-E183-5FEEDF5D10D3}"/>
              </a:ext>
            </a:extLst>
          </p:cNvPr>
          <p:cNvSpPr/>
          <p:nvPr/>
        </p:nvSpPr>
        <p:spPr>
          <a:xfrm>
            <a:off x="1754414" y="3337190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96179B-15CA-5CBD-7A55-4F5B91D39ABD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65D4A28-B423-CE06-5B1A-8CFDD7F375BB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998BF6B-4BD7-6B21-65A1-D0EFA990D8DF}"/>
              </a:ext>
            </a:extLst>
          </p:cNvPr>
          <p:cNvSpPr/>
          <p:nvPr/>
        </p:nvSpPr>
        <p:spPr>
          <a:xfrm rot="5400000">
            <a:off x="2761039" y="2956856"/>
            <a:ext cx="220640" cy="173152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69EACF-BD53-664A-D05A-25A66D3CF990}"/>
              </a:ext>
            </a:extLst>
          </p:cNvPr>
          <p:cNvSpPr txBox="1"/>
          <p:nvPr/>
        </p:nvSpPr>
        <p:spPr>
          <a:xfrm>
            <a:off x="2236506" y="4045162"/>
            <a:ext cx="12697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err="1"/>
              <a:t>Immortal</a:t>
            </a:r>
            <a:r>
              <a:rPr lang="nl-NL" sz="1350" b="1"/>
              <a:t> time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E8C3FE-7D30-3713-5C97-C63568F1B975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E7CB8-16AA-F2C1-C6D1-8E7A9AA0BFC3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449536D-FA7C-8686-7856-EB138CB4A3C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34DB3-55FB-9E43-5A7C-FA0DC969BBB7}"/>
              </a:ext>
            </a:extLst>
          </p:cNvPr>
          <p:cNvSpPr txBox="1"/>
          <p:nvPr/>
        </p:nvSpPr>
        <p:spPr>
          <a:xfrm>
            <a:off x="1285423" y="2968690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EBC9D8-BC1F-6394-7D06-7EE126B8923F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A80E7F-9F00-B644-A6FC-8656AF60E8D3}"/>
              </a:ext>
            </a:extLst>
          </p:cNvPr>
          <p:cNvSpPr txBox="1"/>
          <p:nvPr/>
        </p:nvSpPr>
        <p:spPr>
          <a:xfrm>
            <a:off x="32938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Beginning</a:t>
            </a:r>
            <a:r>
              <a:rPr lang="nl-NL" sz="1350" b="1" dirty="0"/>
              <a:t> of treatment</a:t>
            </a:r>
          </a:p>
        </p:txBody>
      </p:sp>
    </p:spTree>
    <p:extLst>
      <p:ext uri="{BB962C8B-B14F-4D97-AF65-F5344CB8AC3E}">
        <p14:creationId xmlns:p14="http://schemas.microsoft.com/office/powerpoint/2010/main" val="250692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02E9-CA73-37FC-EDC0-9DC1E74B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E1CBC0-CA6B-E334-0133-CD90D656BE25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E2B851-EB63-17AA-525F-562837199E5E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1B7F8DB-A0B1-2B67-8A06-5F81788A1DC0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C5D544-A39B-E0C4-950E-CA466162294B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0C7B99F-F622-3EA0-2D8F-DB62B0733EE5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54669-99F8-E9E1-3C01-268D9E38410B}"/>
              </a:ext>
            </a:extLst>
          </p:cNvPr>
          <p:cNvSpPr txBox="1"/>
          <p:nvPr/>
        </p:nvSpPr>
        <p:spPr>
          <a:xfrm>
            <a:off x="2475797" y="2294751"/>
            <a:ext cx="15920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endParaRPr lang="nl-NL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C816F-EB36-8C60-BE43-326FB2FAE908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FB3D13-6018-BB53-C85A-B9AEEEEA97A7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362154-43C0-4261-6A5E-DD606A59B626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57ABA6A-EFEF-65CE-3B15-9EE696C69932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518773-B65D-9364-7777-7EF7FB476404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46320-BBFB-6C74-2FA1-2D42FB9EA70F}"/>
              </a:ext>
            </a:extLst>
          </p:cNvPr>
          <p:cNvSpPr txBox="1"/>
          <p:nvPr/>
        </p:nvSpPr>
        <p:spPr>
          <a:xfrm>
            <a:off x="3407167" y="285803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435675-55E4-4497-4EAB-B0FBA16BCB9D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8AE1F-C5B3-D6C6-806A-DF95C63E74CC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CA78167-E464-A8BF-904F-F609DD557C8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3BD8F3-C307-DDF8-4963-B05456394100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</p:spTree>
    <p:extLst>
      <p:ext uri="{BB962C8B-B14F-4D97-AF65-F5344CB8AC3E}">
        <p14:creationId xmlns:p14="http://schemas.microsoft.com/office/powerpoint/2010/main" val="226490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3858-4174-01A8-DA6A-D8F3E1B4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F32D96-8076-38E4-5D70-B7FE5C206620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D126D57-E513-C6D3-00A2-A4EAD48DEB7D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A1B4534-FC64-2DD7-F346-FAF89E33BB22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C4D1288-B114-16DA-D755-1510D9BA3DC7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936A5-3F6B-AFC5-6561-8D4904433D7C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1169D5-87AD-948A-659E-36BDD806F361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6B0B82-BC3A-B5D0-6E8D-118A8E585C8E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55A2B5-FA98-BC5A-6481-0DE6F3446A4F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4F4C4FC-9B86-3A25-71D9-E867131FE88E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C4C75-A780-6508-16C6-B4A5FC86E994}"/>
              </a:ext>
            </a:extLst>
          </p:cNvPr>
          <p:cNvSpPr txBox="1"/>
          <p:nvPr/>
        </p:nvSpPr>
        <p:spPr>
          <a:xfrm>
            <a:off x="3407167" y="285803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8DEF4C-D61A-E805-322A-DA09370CE6AF}"/>
              </a:ext>
            </a:extLst>
          </p:cNvPr>
          <p:cNvSpPr txBox="1"/>
          <p:nvPr/>
        </p:nvSpPr>
        <p:spPr>
          <a:xfrm>
            <a:off x="3105194" y="948464"/>
            <a:ext cx="3332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b="1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6FC8EC-98E5-6E96-E019-22DDB5F0EBDB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8945-D00F-6AA9-9350-1650832C237F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F4B2D42-9770-FAFE-37C6-B603B05F186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14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2812D-2292-A3E4-AB2D-6A679D26D1BA}"/>
              </a:ext>
            </a:extLst>
          </p:cNvPr>
          <p:cNvSpPr txBox="1"/>
          <p:nvPr/>
        </p:nvSpPr>
        <p:spPr>
          <a:xfrm>
            <a:off x="1265239" y="1092686"/>
            <a:ext cx="11638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onset</a:t>
            </a:r>
            <a:endParaRPr lang="nl-NL" sz="1350" b="1" dirty="0"/>
          </a:p>
        </p:txBody>
      </p:sp>
    </p:spTree>
    <p:extLst>
      <p:ext uri="{BB962C8B-B14F-4D97-AF65-F5344CB8AC3E}">
        <p14:creationId xmlns:p14="http://schemas.microsoft.com/office/powerpoint/2010/main" val="177539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B14C-F538-32C9-1DAE-CD45D97C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C5A63-2231-85BF-B14C-AF039CCFF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9441"/>
          <a:stretch>
            <a:fillRect/>
          </a:stretch>
        </p:blipFill>
        <p:spPr>
          <a:xfrm>
            <a:off x="1911409" y="4457836"/>
            <a:ext cx="5078692" cy="485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174C86-8D4B-0B31-0D65-37068D6BA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0" y="1620109"/>
            <a:ext cx="3047490" cy="2031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0ED365-9E9C-906E-D68A-24941124C900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9A649-CA68-FA93-8E03-D4BD5A49497C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A8C56-0218-8A49-0EC4-E9093A33701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2359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56E7-29FC-6528-B373-1BA4E2A6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660F07-E2E4-F753-3B9E-3EA8D859F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9441"/>
          <a:stretch>
            <a:fillRect/>
          </a:stretch>
        </p:blipFill>
        <p:spPr>
          <a:xfrm>
            <a:off x="1911409" y="4457836"/>
            <a:ext cx="5078692" cy="48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67517-811F-FAAA-3E38-D903DBFD7B74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CA324-AC40-38B8-D4B6-285A616A97E4}"/>
              </a:ext>
            </a:extLst>
          </p:cNvPr>
          <p:cNvSpPr txBox="1"/>
          <p:nvPr/>
        </p:nvSpPr>
        <p:spPr>
          <a:xfrm>
            <a:off x="3214544" y="1339527"/>
            <a:ext cx="2258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 err="1"/>
              <a:t>Disease</a:t>
            </a:r>
            <a:r>
              <a:rPr lang="nl-NL" sz="1500" b="1" dirty="0"/>
              <a:t> </a:t>
            </a:r>
            <a:r>
              <a:rPr lang="nl-NL" sz="1500" b="1" dirty="0" err="1"/>
              <a:t>duration</a:t>
            </a:r>
            <a:r>
              <a:rPr lang="nl-NL" sz="1500" b="1" dirty="0"/>
              <a:t> timeline</a:t>
            </a:r>
            <a:endParaRPr lang="en-NL" sz="1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D7C61-5F3F-B550-447E-CE7EBD891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0" y="1620109"/>
            <a:ext cx="3047490" cy="2031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B5685F-5A56-C1FB-EA00-C84C1659E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592" y="1619389"/>
            <a:ext cx="3049650" cy="2033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11B332-3485-F2FE-1D63-4A84F0B56502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DDAFC-FB4F-B92C-B704-6F56A8737F4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4329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BB01-1063-7C1C-B447-06364C1B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3866D9-3390-4E89-8F00-67B550BF1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9441"/>
          <a:stretch>
            <a:fillRect/>
          </a:stretch>
        </p:blipFill>
        <p:spPr>
          <a:xfrm>
            <a:off x="1911409" y="4457836"/>
            <a:ext cx="5078692" cy="48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0CD1C1-EC58-B5D8-F700-BD8E5DD3DF9C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ECE34-40B3-E0F5-8D6B-DD6765E54467}"/>
              </a:ext>
            </a:extLst>
          </p:cNvPr>
          <p:cNvSpPr txBox="1"/>
          <p:nvPr/>
        </p:nvSpPr>
        <p:spPr>
          <a:xfrm>
            <a:off x="6273025" y="1339527"/>
            <a:ext cx="23236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/>
              <a:t>Re-</a:t>
            </a:r>
            <a:r>
              <a:rPr lang="nl-NL" sz="1500" b="1" err="1"/>
              <a:t>definition</a:t>
            </a:r>
            <a:r>
              <a:rPr lang="nl-NL" sz="1500" b="1"/>
              <a:t> of time </a:t>
            </a:r>
            <a:r>
              <a:rPr lang="nl-NL" sz="1500" b="1" err="1"/>
              <a:t>axis</a:t>
            </a:r>
            <a:endParaRPr lang="en-NL" sz="15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FEA7E-425E-9581-3798-302BC74B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0" y="1620109"/>
            <a:ext cx="3047490" cy="2031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349E73-0AB7-09EB-23D3-016C5A512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592" y="1619389"/>
            <a:ext cx="3049650" cy="203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2B3734-BBD3-0B08-8DA4-E431D67B9B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50" y="1639609"/>
            <a:ext cx="3049650" cy="20331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F38D885-2F7F-57CA-24F6-EBC6A8D8F6C6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BEB3-9A70-D65E-3F01-ABDADC3BDF39}"/>
              </a:ext>
            </a:extLst>
          </p:cNvPr>
          <p:cNvSpPr txBox="1"/>
          <p:nvPr/>
        </p:nvSpPr>
        <p:spPr>
          <a:xfrm>
            <a:off x="3214544" y="1339527"/>
            <a:ext cx="2258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 err="1"/>
              <a:t>Disease</a:t>
            </a:r>
            <a:r>
              <a:rPr lang="nl-NL" sz="1500" b="1" dirty="0"/>
              <a:t> </a:t>
            </a:r>
            <a:r>
              <a:rPr lang="nl-NL" sz="1500" b="1" dirty="0" err="1"/>
              <a:t>duration</a:t>
            </a:r>
            <a:r>
              <a:rPr lang="nl-NL" sz="1500" b="1" dirty="0"/>
              <a:t> timeline</a:t>
            </a:r>
            <a:endParaRPr lang="en-NL" sz="1500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6B6556F-1597-70EA-A6DB-46CD3A0A3D67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045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0A5E-AA9C-ED25-AB7D-212BEB38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F8C410-929B-A756-B8EE-FCBA7251361A}"/>
              </a:ext>
            </a:extLst>
          </p:cNvPr>
          <p:cNvSpPr/>
          <p:nvPr/>
        </p:nvSpPr>
        <p:spPr>
          <a:xfrm>
            <a:off x="653817" y="2119022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5891E-AA1E-8D31-932F-39E48EA4F0FC}"/>
              </a:ext>
            </a:extLst>
          </p:cNvPr>
          <p:cNvSpPr/>
          <p:nvPr/>
        </p:nvSpPr>
        <p:spPr>
          <a:xfrm>
            <a:off x="653817" y="3193444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51656-208E-65B3-9302-8EADC4F21539}"/>
              </a:ext>
            </a:extLst>
          </p:cNvPr>
          <p:cNvSpPr/>
          <p:nvPr/>
        </p:nvSpPr>
        <p:spPr>
          <a:xfrm>
            <a:off x="653817" y="2676609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A922C-5109-8901-9CB1-5BB458FC8434}"/>
              </a:ext>
            </a:extLst>
          </p:cNvPr>
          <p:cNvSpPr txBox="1"/>
          <p:nvPr/>
        </p:nvSpPr>
        <p:spPr>
          <a:xfrm>
            <a:off x="819602" y="1863767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2943A-54B9-B12D-8B1F-CC3BE9C25464}"/>
              </a:ext>
            </a:extLst>
          </p:cNvPr>
          <p:cNvSpPr txBox="1"/>
          <p:nvPr/>
        </p:nvSpPr>
        <p:spPr>
          <a:xfrm>
            <a:off x="819602" y="2436952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t=1.5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3496-9B22-63B2-650F-0E37DCD129A7}"/>
              </a:ext>
            </a:extLst>
          </p:cNvPr>
          <p:cNvSpPr txBox="1"/>
          <p:nvPr/>
        </p:nvSpPr>
        <p:spPr>
          <a:xfrm>
            <a:off x="819602" y="2953608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d=4; t=3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172EE-9325-2568-30F3-9E87B20C7A5E}"/>
              </a:ext>
            </a:extLst>
          </p:cNvPr>
          <p:cNvSpPr/>
          <p:nvPr/>
        </p:nvSpPr>
        <p:spPr>
          <a:xfrm>
            <a:off x="1909925" y="2675000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71FD6-7D65-FE15-2B36-6F9F5E363289}"/>
              </a:ext>
            </a:extLst>
          </p:cNvPr>
          <p:cNvSpPr txBox="1"/>
          <p:nvPr/>
        </p:nvSpPr>
        <p:spPr>
          <a:xfrm>
            <a:off x="2075710" y="2433250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EE8A87-27C7-118B-8065-C2E3F536AAAF}"/>
              </a:ext>
            </a:extLst>
          </p:cNvPr>
          <p:cNvSpPr txBox="1"/>
          <p:nvPr/>
        </p:nvSpPr>
        <p:spPr>
          <a:xfrm>
            <a:off x="260576" y="4692961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</a:t>
            </a:r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4D0CEF-AE67-C62B-B184-5935BC87B3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A2B2CA1-6A57-FF0B-8102-2BE4F87C9D5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5CEEB-D7E4-0332-EFD1-2BC0CF07F576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2048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B6DD6-3025-B508-6A7A-2EEFE447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DEAFB9B-CBAD-18A2-C6C4-AC29C024FC53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63286F-38E8-4387-F5BA-25D703A5D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49305"/>
          <a:stretch>
            <a:fillRect/>
          </a:stretch>
        </p:blipFill>
        <p:spPr>
          <a:xfrm>
            <a:off x="260576" y="3649899"/>
            <a:ext cx="2280528" cy="485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CBF953-7BA5-8EF0-EC3B-ADDDDC80B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244184"/>
            <a:ext cx="2478600" cy="1652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6597C2-0D55-C200-F7E9-4097580A90BA}"/>
              </a:ext>
            </a:extLst>
          </p:cNvPr>
          <p:cNvSpPr txBox="1"/>
          <p:nvPr/>
        </p:nvSpPr>
        <p:spPr>
          <a:xfrm>
            <a:off x="260576" y="4692961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</a:t>
            </a:r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F64264-D60C-F2A7-3B99-E15FB56A4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2" t="88801" r="9441"/>
          <a:stretch>
            <a:fillRect/>
          </a:stretch>
        </p:blipFill>
        <p:spPr>
          <a:xfrm>
            <a:off x="317779" y="4135374"/>
            <a:ext cx="2539346" cy="48547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14B0746-B18C-3A31-8507-3259DFBFD5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BB8DA57-62D2-1358-6925-DC0976665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095" y="218661"/>
            <a:ext cx="2478029" cy="16520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E37D61-56FB-78D0-EF80-B21989A89D9F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9D1BF-D74A-B17F-D909-91B7CC25FA65}"/>
              </a:ext>
            </a:extLst>
          </p:cNvPr>
          <p:cNvSpPr/>
          <p:nvPr/>
        </p:nvSpPr>
        <p:spPr>
          <a:xfrm>
            <a:off x="653817" y="2119022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AB26A1-009C-FC7A-E16F-36513ADB3C2E}"/>
              </a:ext>
            </a:extLst>
          </p:cNvPr>
          <p:cNvSpPr/>
          <p:nvPr/>
        </p:nvSpPr>
        <p:spPr>
          <a:xfrm>
            <a:off x="653817" y="3193444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017D6B-B11B-82B8-5E3F-A4CB8BC0D11E}"/>
              </a:ext>
            </a:extLst>
          </p:cNvPr>
          <p:cNvSpPr/>
          <p:nvPr/>
        </p:nvSpPr>
        <p:spPr>
          <a:xfrm>
            <a:off x="653817" y="2676609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8873E6-A554-B3BB-AC2D-55679DF6ED6B}"/>
              </a:ext>
            </a:extLst>
          </p:cNvPr>
          <p:cNvSpPr txBox="1"/>
          <p:nvPr/>
        </p:nvSpPr>
        <p:spPr>
          <a:xfrm>
            <a:off x="819602" y="1863767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06F9B1-FC31-F0A4-AF84-B95BF5E2623A}"/>
              </a:ext>
            </a:extLst>
          </p:cNvPr>
          <p:cNvSpPr txBox="1"/>
          <p:nvPr/>
        </p:nvSpPr>
        <p:spPr>
          <a:xfrm>
            <a:off x="819602" y="2436952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t=1.5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9905DF-DDD2-EAD8-5B40-D2E3027CDFB4}"/>
              </a:ext>
            </a:extLst>
          </p:cNvPr>
          <p:cNvSpPr txBox="1"/>
          <p:nvPr/>
        </p:nvSpPr>
        <p:spPr>
          <a:xfrm>
            <a:off x="819602" y="2953608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d=4; t=3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02B4CD-22D0-A2DC-C9A5-1D578169B2FA}"/>
              </a:ext>
            </a:extLst>
          </p:cNvPr>
          <p:cNvSpPr/>
          <p:nvPr/>
        </p:nvSpPr>
        <p:spPr>
          <a:xfrm>
            <a:off x="1909925" y="2675000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B28866-6904-0F82-6D7E-943298235EAE}"/>
              </a:ext>
            </a:extLst>
          </p:cNvPr>
          <p:cNvSpPr txBox="1"/>
          <p:nvPr/>
        </p:nvSpPr>
        <p:spPr>
          <a:xfrm>
            <a:off x="2075710" y="2433250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F40F3-235C-5DCC-7740-6AC94CE38664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46B39E-BA20-4D86-E34D-33AACE37234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19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9340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8F94-38F7-5CF0-CD2B-08A558A8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>
            <a:extLst>
              <a:ext uri="{FF2B5EF4-FFF2-40B4-BE49-F238E27FC236}">
                <a16:creationId xmlns:a16="http://schemas.microsoft.com/office/drawing/2014/main" id="{6A359E1C-51E3-1BA8-7F76-67E19F4CE12E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6720120" y="4803840"/>
            <a:ext cx="200160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nl-NL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7D329-7549-E2EA-E43B-F5576E0CFEB4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91B35C-3C20-033A-89CE-DD8260DB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1863767"/>
            <a:ext cx="2478600" cy="1652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4CBFFC-6A71-950E-32B9-F656984F5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49305"/>
          <a:stretch>
            <a:fillRect/>
          </a:stretch>
        </p:blipFill>
        <p:spPr>
          <a:xfrm>
            <a:off x="260576" y="3649899"/>
            <a:ext cx="2280528" cy="485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36F374-3E01-34AD-BF1B-F64144093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244184"/>
            <a:ext cx="2478600" cy="16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F67392-BB88-3204-F09E-0148D5ECFF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524" y="1861438"/>
            <a:ext cx="2478600" cy="1652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7E55A4-6849-21C9-85EF-A49767DEE4EB}"/>
              </a:ext>
            </a:extLst>
          </p:cNvPr>
          <p:cNvSpPr txBox="1"/>
          <p:nvPr/>
        </p:nvSpPr>
        <p:spPr>
          <a:xfrm>
            <a:off x="260576" y="4692961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</a:t>
            </a:r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143CF7-9184-2D4E-FD2D-907424F4F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2" t="88801" r="9441"/>
          <a:stretch>
            <a:fillRect/>
          </a:stretch>
        </p:blipFill>
        <p:spPr>
          <a:xfrm>
            <a:off x="317779" y="4135374"/>
            <a:ext cx="2539346" cy="48547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BBAAC4-0610-CF1D-3EB7-EDFBF4969D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D743ED-33DC-C92F-17AB-09ECE47869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095" y="218661"/>
            <a:ext cx="2478029" cy="16520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A278E54-5463-51B8-5754-C07F28071121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508CE-867D-2090-F3BB-3A2FEF556E53}"/>
              </a:ext>
            </a:extLst>
          </p:cNvPr>
          <p:cNvSpPr/>
          <p:nvPr/>
        </p:nvSpPr>
        <p:spPr>
          <a:xfrm>
            <a:off x="653817" y="2119022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48CA9F-8B92-D23A-505B-E0E516044C44}"/>
              </a:ext>
            </a:extLst>
          </p:cNvPr>
          <p:cNvSpPr/>
          <p:nvPr/>
        </p:nvSpPr>
        <p:spPr>
          <a:xfrm>
            <a:off x="653817" y="3193444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93224-1EA6-BAA9-5D7D-9F5B00C364E8}"/>
              </a:ext>
            </a:extLst>
          </p:cNvPr>
          <p:cNvSpPr/>
          <p:nvPr/>
        </p:nvSpPr>
        <p:spPr>
          <a:xfrm>
            <a:off x="653817" y="2676609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79D135-1021-EED7-BA1D-63FA214E5E93}"/>
              </a:ext>
            </a:extLst>
          </p:cNvPr>
          <p:cNvSpPr txBox="1"/>
          <p:nvPr/>
        </p:nvSpPr>
        <p:spPr>
          <a:xfrm>
            <a:off x="819602" y="1863767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d=5; t=2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48F7F-7384-614F-40B2-8381EB6AA8D5}"/>
              </a:ext>
            </a:extLst>
          </p:cNvPr>
          <p:cNvSpPr txBox="1"/>
          <p:nvPr/>
        </p:nvSpPr>
        <p:spPr>
          <a:xfrm>
            <a:off x="819602" y="2436952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t=1.5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F1E02D-B6D7-43C8-3656-A97A5CE57788}"/>
              </a:ext>
            </a:extLst>
          </p:cNvPr>
          <p:cNvSpPr txBox="1"/>
          <p:nvPr/>
        </p:nvSpPr>
        <p:spPr>
          <a:xfrm>
            <a:off x="819602" y="2953608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d=4; t=3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79A739-4550-6403-A6FA-7764892BF229}"/>
              </a:ext>
            </a:extLst>
          </p:cNvPr>
          <p:cNvSpPr/>
          <p:nvPr/>
        </p:nvSpPr>
        <p:spPr>
          <a:xfrm>
            <a:off x="1909925" y="2675000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04C8C-F0FF-BF43-79D0-61E92635C098}"/>
              </a:ext>
            </a:extLst>
          </p:cNvPr>
          <p:cNvSpPr txBox="1"/>
          <p:nvPr/>
        </p:nvSpPr>
        <p:spPr>
          <a:xfrm>
            <a:off x="2075710" y="2433250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AC177-54B1-EFAF-3AD5-8F8189E4E76A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</p:spTree>
    <p:extLst>
      <p:ext uri="{BB962C8B-B14F-4D97-AF65-F5344CB8AC3E}">
        <p14:creationId xmlns:p14="http://schemas.microsoft.com/office/powerpoint/2010/main" val="3516750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78AF-E8F8-002B-128A-4866E5BB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>
            <a:extLst>
              <a:ext uri="{FF2B5EF4-FFF2-40B4-BE49-F238E27FC236}">
                <a16:creationId xmlns:a16="http://schemas.microsoft.com/office/drawing/2014/main" id="{05AADE10-CD4F-5A88-DC07-88A246E28C15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6720120" y="4803840"/>
            <a:ext cx="200160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nl-NL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28B22-C229-DC79-94E6-E48B1C3C49DC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5DE9BF-6F5E-B62A-E680-95CF2F6B1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1863767"/>
            <a:ext cx="2478600" cy="1652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342B61-B69F-FD08-6D95-894950E1E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3491100"/>
            <a:ext cx="2478600" cy="1652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C69B7B-0EAC-04DF-6639-2B6B1A9E9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524" y="3491100"/>
            <a:ext cx="2478600" cy="1652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5F6FD8-4852-4AF3-4CA6-E4C5634A64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49305"/>
          <a:stretch>
            <a:fillRect/>
          </a:stretch>
        </p:blipFill>
        <p:spPr>
          <a:xfrm>
            <a:off x="260576" y="3649899"/>
            <a:ext cx="2280528" cy="485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9252B8-FB53-FCEE-9F0A-03D9A1E23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97" y="244184"/>
            <a:ext cx="2478600" cy="16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5CEF5E-9247-8BA0-4416-76BA0A26BE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524" y="1861438"/>
            <a:ext cx="2478600" cy="1652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3C74BC4-D68C-A1FC-CF5B-8B6FBC09DB91}"/>
              </a:ext>
            </a:extLst>
          </p:cNvPr>
          <p:cNvSpPr txBox="1"/>
          <p:nvPr/>
        </p:nvSpPr>
        <p:spPr>
          <a:xfrm>
            <a:off x="260576" y="4692961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</a:t>
            </a:r>
            <a:r>
              <a:rPr lang="nl-NL" sz="1350" b="1" dirty="0" err="1"/>
              <a:t>disease</a:t>
            </a:r>
            <a:r>
              <a:rPr lang="nl-NL" sz="1350" b="1" dirty="0"/>
              <a:t> </a:t>
            </a:r>
            <a:r>
              <a:rPr lang="nl-NL" sz="1350" b="1" dirty="0" err="1"/>
              <a:t>duration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87D0AE-1DEC-914D-3F5A-2011393234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2" t="88801" r="9441"/>
          <a:stretch>
            <a:fillRect/>
          </a:stretch>
        </p:blipFill>
        <p:spPr>
          <a:xfrm>
            <a:off x="317779" y="4135374"/>
            <a:ext cx="2539346" cy="48547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AD3ACC5-C29B-A24B-F626-587898F92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30296C-E1FE-1CC6-2CB1-B39F8C56A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095" y="218661"/>
            <a:ext cx="2478029" cy="16520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B35724-A224-B56A-CE35-0600216B42E6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746E9-150D-9617-596D-3625D4E145A0}"/>
              </a:ext>
            </a:extLst>
          </p:cNvPr>
          <p:cNvSpPr/>
          <p:nvPr/>
        </p:nvSpPr>
        <p:spPr>
          <a:xfrm>
            <a:off x="653817" y="2119022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C4466B-88B9-35A7-5BA1-30351B44C2EA}"/>
              </a:ext>
            </a:extLst>
          </p:cNvPr>
          <p:cNvSpPr/>
          <p:nvPr/>
        </p:nvSpPr>
        <p:spPr>
          <a:xfrm>
            <a:off x="653817" y="3193444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7D922C-CFC6-54E6-1948-A1C1E9B0333B}"/>
              </a:ext>
            </a:extLst>
          </p:cNvPr>
          <p:cNvSpPr/>
          <p:nvPr/>
        </p:nvSpPr>
        <p:spPr>
          <a:xfrm>
            <a:off x="653817" y="2676609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C0447-431A-D2A0-8C63-5FF32305C5B6}"/>
              </a:ext>
            </a:extLst>
          </p:cNvPr>
          <p:cNvSpPr txBox="1"/>
          <p:nvPr/>
        </p:nvSpPr>
        <p:spPr>
          <a:xfrm>
            <a:off x="819602" y="1863767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d=5; t=2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FB53D1-939B-E803-299E-6F25CE93CE65}"/>
              </a:ext>
            </a:extLst>
          </p:cNvPr>
          <p:cNvSpPr txBox="1"/>
          <p:nvPr/>
        </p:nvSpPr>
        <p:spPr>
          <a:xfrm>
            <a:off x="819602" y="2436952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t=1.5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D4F0D-6297-30F4-00B4-E0D15F076C2F}"/>
              </a:ext>
            </a:extLst>
          </p:cNvPr>
          <p:cNvSpPr txBox="1"/>
          <p:nvPr/>
        </p:nvSpPr>
        <p:spPr>
          <a:xfrm>
            <a:off x="819602" y="2953608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d=4; t=3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E32CEB-7A54-83DF-90A0-CD5D60E8F427}"/>
              </a:ext>
            </a:extLst>
          </p:cNvPr>
          <p:cNvSpPr/>
          <p:nvPr/>
        </p:nvSpPr>
        <p:spPr>
          <a:xfrm>
            <a:off x="1909925" y="2675000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D160FE-3456-C2BC-E1F3-35103662D9E1}"/>
              </a:ext>
            </a:extLst>
          </p:cNvPr>
          <p:cNvSpPr txBox="1"/>
          <p:nvPr/>
        </p:nvSpPr>
        <p:spPr>
          <a:xfrm>
            <a:off x="2075710" y="2433250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C2F56-99B6-EF8B-6F63-BD6991818E9C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</p:spTree>
    <p:extLst>
      <p:ext uri="{BB962C8B-B14F-4D97-AF65-F5344CB8AC3E}">
        <p14:creationId xmlns:p14="http://schemas.microsoft.com/office/powerpoint/2010/main" val="4086086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A298-B53D-6BF7-C317-B9A4A8C2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itHub Logo, Git Hub Icon On White Background 16833872 Vector Art at  Vecteezy">
            <a:extLst>
              <a:ext uri="{FF2B5EF4-FFF2-40B4-BE49-F238E27FC236}">
                <a16:creationId xmlns:a16="http://schemas.microsoft.com/office/drawing/2014/main" id="{02685338-CF02-EBC0-F0F3-AC8AFF9D4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18"/>
          <a:stretch>
            <a:fillRect/>
          </a:stretch>
        </p:blipFill>
        <p:spPr bwMode="auto">
          <a:xfrm>
            <a:off x="1" y="4475899"/>
            <a:ext cx="605940" cy="66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C4894C-2B2D-45B5-B50D-1E0C0CBF0113}"/>
              </a:ext>
            </a:extLst>
          </p:cNvPr>
          <p:cNvSpPr txBox="1"/>
          <p:nvPr/>
        </p:nvSpPr>
        <p:spPr>
          <a:xfrm>
            <a:off x="605941" y="4687571"/>
            <a:ext cx="28561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>
                <a:hlinkClick r:id="rId3"/>
              </a:rPr>
              <a:t>egonzato</a:t>
            </a:r>
            <a:r>
              <a:rPr lang="en-US" sz="1350" dirty="0">
                <a:hlinkClick r:id="rId3"/>
              </a:rPr>
              <a:t>/</a:t>
            </a:r>
            <a:r>
              <a:rPr lang="en-US" sz="1350" dirty="0" err="1">
                <a:hlinkClick r:id="rId3"/>
              </a:rPr>
              <a:t>visualising_km_matching</a:t>
            </a:r>
            <a:endParaRPr lang="en-NL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8075E-9CF3-4AD0-EF84-2062D64F5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43000"/>
            <a:ext cx="3571875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F99EC4-FF64-7ABD-D4BC-1798B1055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1" y="1022763"/>
            <a:ext cx="3571875" cy="285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06A679-AE1D-59CE-C41B-813B48E0392F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ED1FF-8FD9-D748-F06D-B0C47D024B4B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3352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93A0-B496-DB72-9365-51970C1B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DE556-D01A-B6DC-5786-82B02258B5A2}"/>
              </a:ext>
            </a:extLst>
          </p:cNvPr>
          <p:cNvSpPr txBox="1"/>
          <p:nvPr/>
        </p:nvSpPr>
        <p:spPr>
          <a:xfrm>
            <a:off x="1614739" y="1417588"/>
            <a:ext cx="591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9CD868-38FC-A8BC-1123-20B064A2AF0A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61689-BFAF-CD77-58F1-B6A04F4C50B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0579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AB53-2385-09FA-2AE7-B8C47773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8619E-DEB4-E034-C667-A3D2A224F8C2}"/>
              </a:ext>
            </a:extLst>
          </p:cNvPr>
          <p:cNvSpPr txBox="1"/>
          <p:nvPr/>
        </p:nvSpPr>
        <p:spPr>
          <a:xfrm>
            <a:off x="1614739" y="1417588"/>
            <a:ext cx="59145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For our ATT approach, this alignment is embedded in the </a:t>
            </a:r>
            <a:r>
              <a:rPr lang="en-US"/>
              <a:t>matching procedure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F50F9F-3030-09AA-1341-B0448A8C4A92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0405A-1FE9-3C49-C9D5-93C7AA3450A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24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0622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0D6D-5303-735F-2F7E-3D173176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04691-E8A8-E0B9-FA1E-F88D22F11452}"/>
              </a:ext>
            </a:extLst>
          </p:cNvPr>
          <p:cNvSpPr txBox="1"/>
          <p:nvPr/>
        </p:nvSpPr>
        <p:spPr>
          <a:xfrm>
            <a:off x="1614739" y="1417588"/>
            <a:ext cx="59145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For our ATT approach, this alignment is embedded in the matching procedure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Matching without replacement inherently results in variability, which should be explored and reported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D48BCF-1D8A-86BB-160D-688739069E2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B1D0F-CE4B-C253-DDF7-FA197D5EC99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956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CE87-E1D4-B303-677C-754ADF4B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DF3EBA9-6DFF-60FE-9F1C-EE9A52FC714F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 err="1"/>
              <a:t>Questions</a:t>
            </a:r>
            <a:endParaRPr lang="en-NL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5AE55-ED66-33CE-26D8-F9F63446D3D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8485A-D825-0704-5BBE-43FC68ABDD15}"/>
              </a:ext>
            </a:extLst>
          </p:cNvPr>
          <p:cNvSpPr txBox="1"/>
          <p:nvPr/>
        </p:nvSpPr>
        <p:spPr>
          <a:xfrm>
            <a:off x="1654653" y="2130798"/>
            <a:ext cx="2126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Marjo van der Knaap</a:t>
            </a:r>
          </a:p>
          <a:p>
            <a:r>
              <a:rPr lang="nl-NL" dirty="0"/>
              <a:t>Romy van Voorst</a:t>
            </a:r>
          </a:p>
          <a:p>
            <a:r>
              <a:rPr lang="nl-NL" dirty="0"/>
              <a:t>Rik van Eekelen</a:t>
            </a:r>
          </a:p>
          <a:p>
            <a:r>
              <a:rPr lang="nl-NL" dirty="0"/>
              <a:t>Johannes Berkhof</a:t>
            </a:r>
          </a:p>
          <a:p>
            <a:r>
              <a:rPr lang="nl-NL" dirty="0"/>
              <a:t>Merel Postema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7B033-3B97-C605-FC85-F655C3C656B3}"/>
              </a:ext>
            </a:extLst>
          </p:cNvPr>
          <p:cNvSpPr txBox="1"/>
          <p:nvPr/>
        </p:nvSpPr>
        <p:spPr>
          <a:xfrm>
            <a:off x="5145997" y="2130118"/>
            <a:ext cx="1974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Marjan Steenweg</a:t>
            </a:r>
          </a:p>
          <a:p>
            <a:r>
              <a:rPr lang="nl-NL" dirty="0"/>
              <a:t>Eline Hamilton</a:t>
            </a:r>
          </a:p>
          <a:p>
            <a:r>
              <a:rPr lang="nl-NL" dirty="0"/>
              <a:t>Renate Verbeek</a:t>
            </a:r>
          </a:p>
          <a:p>
            <a:r>
              <a:rPr lang="nl-NL" dirty="0"/>
              <a:t>Marije Voermans</a:t>
            </a:r>
          </a:p>
          <a:p>
            <a:r>
              <a:rPr lang="nl-NL" dirty="0"/>
              <a:t>Nicole Wolf</a:t>
            </a:r>
            <a:endParaRPr lang="en-NL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162EC3C-889E-113C-7DAC-CBF4F9A1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54" y="1120226"/>
            <a:ext cx="5507665" cy="830552"/>
          </a:xfrm>
        </p:spPr>
        <p:txBody>
          <a:bodyPr/>
          <a:lstStyle/>
          <a:p>
            <a:r>
              <a:rPr lang="nl-NL" sz="2000" dirty="0" err="1">
                <a:latin typeface="+mn-lt"/>
              </a:rPr>
              <a:t>Thank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you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to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the</a:t>
            </a:r>
            <a:r>
              <a:rPr lang="nl-NL" sz="2000" dirty="0">
                <a:latin typeface="+mn-lt"/>
              </a:rPr>
              <a:t> VWM trial &amp; VWM </a:t>
            </a:r>
            <a:r>
              <a:rPr lang="nl-NL" sz="2000" dirty="0" err="1">
                <a:latin typeface="+mn-lt"/>
              </a:rPr>
              <a:t>registry</a:t>
            </a:r>
            <a:r>
              <a:rPr lang="nl-NL" sz="2000" dirty="0">
                <a:latin typeface="+mn-lt"/>
              </a:rPr>
              <a:t> team:</a:t>
            </a:r>
          </a:p>
        </p:txBody>
      </p:sp>
    </p:spTree>
    <p:extLst>
      <p:ext uri="{BB962C8B-B14F-4D97-AF65-F5344CB8AC3E}">
        <p14:creationId xmlns:p14="http://schemas.microsoft.com/office/powerpoint/2010/main" val="2387900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2A69-1782-D444-0448-6AFF8DA5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ABB4-A00A-8CAB-1160-A9BC1CFE730F}"/>
              </a:ext>
            </a:extLst>
          </p:cNvPr>
          <p:cNvSpPr txBox="1">
            <a:spLocks/>
          </p:cNvSpPr>
          <p:nvPr/>
        </p:nvSpPr>
        <p:spPr>
          <a:xfrm>
            <a:off x="167053" y="173541"/>
            <a:ext cx="5243909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 err="1"/>
              <a:t>Two</a:t>
            </a:r>
            <a:r>
              <a:rPr lang="nl-NL" sz="3200" b="1" dirty="0"/>
              <a:t> different </a:t>
            </a:r>
            <a:r>
              <a:rPr lang="nl-NL" sz="3200" b="1" dirty="0" err="1"/>
              <a:t>scenarios</a:t>
            </a:r>
            <a:endParaRPr lang="en-NL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E81BA-6788-A819-CE28-5AC7918087BC}"/>
              </a:ext>
            </a:extLst>
          </p:cNvPr>
          <p:cNvSpPr txBox="1"/>
          <p:nvPr/>
        </p:nvSpPr>
        <p:spPr>
          <a:xfrm>
            <a:off x="167054" y="949569"/>
            <a:ext cx="20156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100" b="1"/>
              <a:t>Short </a:t>
            </a:r>
            <a:r>
              <a:rPr lang="nl-NL" sz="2100" b="1" err="1"/>
              <a:t>duration</a:t>
            </a:r>
            <a:endParaRPr lang="en-NL" sz="21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B60F9-8F5A-ACE1-4263-5CD2A8519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9441"/>
          <a:stretch>
            <a:fillRect/>
          </a:stretch>
        </p:blipFill>
        <p:spPr>
          <a:xfrm>
            <a:off x="1911409" y="4457836"/>
            <a:ext cx="5078692" cy="485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F0A935-F20F-F78C-0057-34E12F62A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1" y="1480461"/>
            <a:ext cx="4451654" cy="2748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178B7-6B00-5812-225C-115D837CCD47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1628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F43D-41B6-EBC2-4A4B-54498B3F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38E6F5-CD72-F622-A69A-87E8DD669B93}"/>
              </a:ext>
            </a:extLst>
          </p:cNvPr>
          <p:cNvSpPr txBox="1"/>
          <p:nvPr/>
        </p:nvSpPr>
        <p:spPr>
          <a:xfrm>
            <a:off x="167054" y="949569"/>
            <a:ext cx="20156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100" b="1"/>
              <a:t>Short </a:t>
            </a:r>
            <a:r>
              <a:rPr lang="nl-NL" sz="2100" b="1" err="1"/>
              <a:t>duration</a:t>
            </a:r>
            <a:endParaRPr lang="en-NL" sz="21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68E1C-CB26-2E38-0384-1A843C04CE54}"/>
              </a:ext>
            </a:extLst>
          </p:cNvPr>
          <p:cNvSpPr txBox="1"/>
          <p:nvPr/>
        </p:nvSpPr>
        <p:spPr>
          <a:xfrm>
            <a:off x="4808072" y="949568"/>
            <a:ext cx="20156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100" b="1"/>
              <a:t>Long </a:t>
            </a:r>
            <a:r>
              <a:rPr lang="nl-NL" sz="2100" b="1" err="1"/>
              <a:t>duration</a:t>
            </a:r>
            <a:endParaRPr lang="en-NL" sz="21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1589E-AFCB-DB94-5878-94F36E313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t="88801" r="9441"/>
          <a:stretch>
            <a:fillRect/>
          </a:stretch>
        </p:blipFill>
        <p:spPr>
          <a:xfrm>
            <a:off x="1911409" y="4457836"/>
            <a:ext cx="5078692" cy="485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D91A76-244D-FB5F-2D64-9CAB4B617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80461"/>
            <a:ext cx="4451654" cy="274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BEB78-DFB9-CCE8-A069-900203A7A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1" y="1480461"/>
            <a:ext cx="4451654" cy="27486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06B015-0C7A-54D2-29F3-8052BACDBE5F}"/>
              </a:ext>
            </a:extLst>
          </p:cNvPr>
          <p:cNvSpPr txBox="1">
            <a:spLocks/>
          </p:cNvSpPr>
          <p:nvPr/>
        </p:nvSpPr>
        <p:spPr>
          <a:xfrm>
            <a:off x="167053" y="173541"/>
            <a:ext cx="5243909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 err="1"/>
              <a:t>Two</a:t>
            </a:r>
            <a:r>
              <a:rPr lang="nl-NL" sz="3200" b="1" dirty="0"/>
              <a:t> different </a:t>
            </a:r>
            <a:r>
              <a:rPr lang="nl-NL" sz="3200" b="1" dirty="0" err="1"/>
              <a:t>scenarios</a:t>
            </a:r>
            <a:endParaRPr lang="en-NL" sz="32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1CEB9-FCC2-9420-AE04-099D6FDAF84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7355819"/>
      </p:ext>
    </p:extLst>
  </p:cSld>
  <p:clrMapOvr>
    <a:masterClrMapping/>
  </p:clrMapOvr>
</p:sld>
</file>

<file path=ppt/theme/theme1.xml><?xml version="1.0" encoding="utf-8"?>
<a:theme xmlns:a="http://schemas.openxmlformats.org/drawingml/2006/main" name="PP Template UMC 16-9 Engels">
  <a:themeElements>
    <a:clrScheme name="Aangepast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 Template UMC 16-9 Engels</Template>
  <TotalTime>4074</TotalTime>
  <Words>561</Words>
  <Application>Microsoft Office PowerPoint</Application>
  <PresentationFormat>On-screen Show (16:9)</PresentationFormat>
  <Paragraphs>180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Symbol</vt:lpstr>
      <vt:lpstr>Times New Roman</vt:lpstr>
      <vt:lpstr>Trebuchet MS</vt:lpstr>
      <vt:lpstr>Trebuchet MS Standaard</vt:lpstr>
      <vt:lpstr>Univers 45 Light</vt:lpstr>
      <vt:lpstr>Wingdings</vt:lpstr>
      <vt:lpstr>PP Template UMC 16-9 Engels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to the VWM trial &amp; VWM registry team:</vt:lpstr>
      <vt:lpstr>PowerPoint Presentation</vt:lpstr>
      <vt:lpstr>PowerPoint Presentation</vt:lpstr>
    </vt:vector>
  </TitlesOfParts>
  <Company>VU medisch centrum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presentatie</dc:title>
  <dc:subject/>
  <dc:creator>Kerssens, Inge</dc:creator>
  <dc:description/>
  <cp:lastModifiedBy>Gonzato, E. (Elia)</cp:lastModifiedBy>
  <cp:revision>245</cp:revision>
  <cp:lastPrinted>2018-06-28T09:19:40Z</cp:lastPrinted>
  <dcterms:created xsi:type="dcterms:W3CDTF">2018-06-14T08:56:31Z</dcterms:created>
  <dcterms:modified xsi:type="dcterms:W3CDTF">2026-03-19T13:06:00Z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