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95" r:id="rId4"/>
    <p:sldId id="396" r:id="rId5"/>
    <p:sldId id="343" r:id="rId6"/>
    <p:sldId id="344" r:id="rId7"/>
    <p:sldId id="345" r:id="rId8"/>
    <p:sldId id="346" r:id="rId9"/>
    <p:sldId id="347" r:id="rId10"/>
    <p:sldId id="382" r:id="rId11"/>
    <p:sldId id="383" r:id="rId12"/>
    <p:sldId id="381" r:id="rId13"/>
    <p:sldId id="380" r:id="rId14"/>
    <p:sldId id="353" r:id="rId15"/>
    <p:sldId id="389" r:id="rId16"/>
    <p:sldId id="384" r:id="rId17"/>
    <p:sldId id="385" r:id="rId18"/>
    <p:sldId id="357" r:id="rId19"/>
    <p:sldId id="393" r:id="rId20"/>
    <p:sldId id="394" r:id="rId21"/>
    <p:sldId id="388" r:id="rId22"/>
    <p:sldId id="390" r:id="rId23"/>
    <p:sldId id="391" r:id="rId24"/>
    <p:sldId id="392" r:id="rId25"/>
    <p:sldId id="362" r:id="rId26"/>
    <p:sldId id="368" r:id="rId27"/>
    <p:sldId id="374" r:id="rId28"/>
    <p:sldId id="375" r:id="rId29"/>
    <p:sldId id="366" r:id="rId30"/>
    <p:sldId id="378" r:id="rId31"/>
    <p:sldId id="377" r:id="rId32"/>
  </p:sldIdLst>
  <p:sldSz cx="9144000" cy="5143500" type="screen16x9"/>
  <p:notesSz cx="6810375" cy="99425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7642"/>
    <a:srgbClr val="F07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B669A-8B72-4AD6-8993-407F7A819B4C}" v="11" dt="2026-09-18T10:24:59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778" autoAdjust="0"/>
  </p:normalViewPr>
  <p:slideViewPr>
    <p:cSldViewPr snapToGrid="0">
      <p:cViewPr varScale="1">
        <p:scale>
          <a:sx n="124" d="100"/>
          <a:sy n="124" d="100"/>
        </p:scale>
        <p:origin x="12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to, E. (Elia)" userId="6fe7f718-cb57-44f9-a1ed-36f4e9579e92" providerId="ADAL" clId="{D4D5A039-4906-4233-9861-5412901212BF}"/>
    <pc:docChg chg="undo custSel addSld delSld modSld sldOrd">
      <pc:chgData name="Gonzato, E. (Elia)" userId="6fe7f718-cb57-44f9-a1ed-36f4e9579e92" providerId="ADAL" clId="{D4D5A039-4906-4233-9861-5412901212BF}" dt="2026-09-18T10:25:50.896" v="1852" actId="478"/>
      <pc:docMkLst>
        <pc:docMk/>
      </pc:docMkLst>
      <pc:sldChg chg="delSp mod">
        <pc:chgData name="Gonzato, E. (Elia)" userId="6fe7f718-cb57-44f9-a1ed-36f4e9579e92" providerId="ADAL" clId="{D4D5A039-4906-4233-9861-5412901212BF}" dt="2026-09-18T10:25:19.950" v="1850" actId="478"/>
        <pc:sldMkLst>
          <pc:docMk/>
          <pc:sldMk cId="0" sldId="257"/>
        </pc:sldMkLst>
        <pc:spChg chg="del">
          <ac:chgData name="Gonzato, E. (Elia)" userId="6fe7f718-cb57-44f9-a1ed-36f4e9579e92" providerId="ADAL" clId="{D4D5A039-4906-4233-9861-5412901212BF}" dt="2026-09-18T10:25:17.763" v="1849" actId="478"/>
          <ac:spMkLst>
            <pc:docMk/>
            <pc:sldMk cId="0" sldId="257"/>
            <ac:spMk id="13" creationId="{EFD6565E-C9F8-627A-8771-6F65FA3F24E1}"/>
          </ac:spMkLst>
        </pc:spChg>
        <pc:spChg chg="del">
          <ac:chgData name="Gonzato, E. (Elia)" userId="6fe7f718-cb57-44f9-a1ed-36f4e9579e92" providerId="ADAL" clId="{D4D5A039-4906-4233-9861-5412901212BF}" dt="2026-09-18T10:25:17.763" v="1849" actId="478"/>
          <ac:spMkLst>
            <pc:docMk/>
            <pc:sldMk cId="0" sldId="257"/>
            <ac:spMk id="14" creationId="{A629921B-CA7A-DCF1-BAAD-DDBAB13C7AFA}"/>
          </ac:spMkLst>
        </pc:sp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5" creationId="{C6058F19-400B-5628-65AF-4EE53E33034C}"/>
          </ac:picMkLst>
        </pc:pic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6" creationId="{EB4696ED-2215-894E-5D19-951D17E83C74}"/>
          </ac:picMkLst>
        </pc:pic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7" creationId="{0FA5D74E-8B28-5118-652E-ADCD5D57623B}"/>
          </ac:picMkLst>
        </pc:pic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8" creationId="{2A712B69-D337-10E6-14F1-C47524662814}"/>
          </ac:picMkLst>
        </pc:pic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9" creationId="{13D303DE-254A-633D-7C54-3C61ABF226B2}"/>
          </ac:picMkLst>
        </pc:picChg>
        <pc:picChg chg="del">
          <ac:chgData name="Gonzato, E. (Elia)" userId="6fe7f718-cb57-44f9-a1ed-36f4e9579e92" providerId="ADAL" clId="{D4D5A039-4906-4233-9861-5412901212BF}" dt="2026-09-18T10:25:17.763" v="1849" actId="478"/>
          <ac:picMkLst>
            <pc:docMk/>
            <pc:sldMk cId="0" sldId="257"/>
            <ac:picMk id="15" creationId="{D774D107-24F3-BBF1-E56B-C72D3FEDBAA8}"/>
          </ac:picMkLst>
        </pc:picChg>
        <pc:cxnChg chg="del">
          <ac:chgData name="Gonzato, E. (Elia)" userId="6fe7f718-cb57-44f9-a1ed-36f4e9579e92" providerId="ADAL" clId="{D4D5A039-4906-4233-9861-5412901212BF}" dt="2026-09-18T10:25:19.950" v="1850" actId="478"/>
          <ac:cxnSpMkLst>
            <pc:docMk/>
            <pc:sldMk cId="0" sldId="257"/>
            <ac:cxnSpMk id="10" creationId="{1B9CFA8D-179A-C1B9-1C3C-CBD01D60D813}"/>
          </ac:cxnSpMkLst>
        </pc:cxnChg>
        <pc:cxnChg chg="del">
          <ac:chgData name="Gonzato, E. (Elia)" userId="6fe7f718-cb57-44f9-a1ed-36f4e9579e92" providerId="ADAL" clId="{D4D5A039-4906-4233-9861-5412901212BF}" dt="2026-09-18T10:25:17.763" v="1849" actId="478"/>
          <ac:cxnSpMkLst>
            <pc:docMk/>
            <pc:sldMk cId="0" sldId="257"/>
            <ac:cxnSpMk id="11" creationId="{C6945D6F-DF92-D2E0-C866-A5AE57F88ED0}"/>
          </ac:cxnSpMkLst>
        </pc:cxnChg>
        <pc:cxnChg chg="del">
          <ac:chgData name="Gonzato, E. (Elia)" userId="6fe7f718-cb57-44f9-a1ed-36f4e9579e92" providerId="ADAL" clId="{D4D5A039-4906-4233-9861-5412901212BF}" dt="2026-09-18T10:25:17.763" v="1849" actId="478"/>
          <ac:cxnSpMkLst>
            <pc:docMk/>
            <pc:sldMk cId="0" sldId="257"/>
            <ac:cxnSpMk id="12" creationId="{383B3756-B545-3B33-49D6-1328A49EE990}"/>
          </ac:cxnSpMkLst>
        </pc:cxnChg>
      </pc:sldChg>
      <pc:sldChg chg="addSp delSp modSp mod">
        <pc:chgData name="Gonzato, E. (Elia)" userId="6fe7f718-cb57-44f9-a1ed-36f4e9579e92" providerId="ADAL" clId="{D4D5A039-4906-4233-9861-5412901212BF}" dt="2026-09-09T12:12:50.622" v="1738" actId="1076"/>
        <pc:sldMkLst>
          <pc:docMk/>
          <pc:sldMk cId="2506921012" sldId="353"/>
        </pc:sldMkLst>
        <pc:spChg chg="add mod">
          <ac:chgData name="Gonzato, E. (Elia)" userId="6fe7f718-cb57-44f9-a1ed-36f4e9579e92" providerId="ADAL" clId="{D4D5A039-4906-4233-9861-5412901212BF}" dt="2026-09-09T12:12:50.622" v="1738" actId="1076"/>
          <ac:spMkLst>
            <pc:docMk/>
            <pc:sldMk cId="2506921012" sldId="353"/>
            <ac:spMk id="9" creationId="{79ED7EF3-B6C8-E385-C26D-01AAEC212BE2}"/>
          </ac:spMkLst>
        </pc:spChg>
      </pc:sldChg>
      <pc:sldChg chg="addSp delSp modSp mod">
        <pc:chgData name="Gonzato, E. (Elia)" userId="6fe7f718-cb57-44f9-a1ed-36f4e9579e92" providerId="ADAL" clId="{D4D5A039-4906-4233-9861-5412901212BF}" dt="2026-09-17T11:30:06.707" v="1841" actId="478"/>
        <pc:sldMkLst>
          <pc:docMk/>
          <pc:sldMk cId="1870451962" sldId="357"/>
        </pc:sldMkLst>
        <pc:spChg chg="del">
          <ac:chgData name="Gonzato, E. (Elia)" userId="6fe7f718-cb57-44f9-a1ed-36f4e9579e92" providerId="ADAL" clId="{D4D5A039-4906-4233-9861-5412901212BF}" dt="2026-09-17T11:30:06.707" v="1841" actId="478"/>
          <ac:spMkLst>
            <pc:docMk/>
            <pc:sldMk cId="1870451962" sldId="357"/>
            <ac:spMk id="4" creationId="{629ECE34-40B3-E0F5-8D6B-DD6765E54467}"/>
          </ac:spMkLst>
        </pc:spChg>
        <pc:spChg chg="add del mod">
          <ac:chgData name="Gonzato, E. (Elia)" userId="6fe7f718-cb57-44f9-a1ed-36f4e9579e92" providerId="ADAL" clId="{D4D5A039-4906-4233-9861-5412901212BF}" dt="2026-09-17T11:30:06.707" v="1841" actId="478"/>
          <ac:spMkLst>
            <pc:docMk/>
            <pc:sldMk cId="1870451962" sldId="357"/>
            <ac:spMk id="10" creationId="{D13F7CEA-B7C4-A91D-8A36-0ECCCE0A3BC5}"/>
          </ac:spMkLst>
        </pc:spChg>
        <pc:picChg chg="add del mod">
          <ac:chgData name="Gonzato, E. (Elia)" userId="6fe7f718-cb57-44f9-a1ed-36f4e9579e92" providerId="ADAL" clId="{D4D5A039-4906-4233-9861-5412901212BF}" dt="2026-09-17T11:30:06.707" v="1841" actId="478"/>
          <ac:picMkLst>
            <pc:docMk/>
            <pc:sldMk cId="1870451962" sldId="357"/>
            <ac:picMk id="11" creationId="{41E7F787-8F8E-DCCC-52F0-65F14CD25584}"/>
          </ac:picMkLst>
        </pc:picChg>
        <pc:picChg chg="add del mod">
          <ac:chgData name="Gonzato, E. (Elia)" userId="6fe7f718-cb57-44f9-a1ed-36f4e9579e92" providerId="ADAL" clId="{D4D5A039-4906-4233-9861-5412901212BF}" dt="2026-09-17T11:30:06.707" v="1841" actId="478"/>
          <ac:picMkLst>
            <pc:docMk/>
            <pc:sldMk cId="1870451962" sldId="357"/>
            <ac:picMk id="15" creationId="{57D55655-7514-6F51-0F06-B1358B07EFA1}"/>
          </ac:picMkLst>
        </pc:picChg>
      </pc:sldChg>
      <pc:sldChg chg="addSp delSp modSp mod">
        <pc:chgData name="Gonzato, E. (Elia)" userId="6fe7f718-cb57-44f9-a1ed-36f4e9579e92" providerId="ADAL" clId="{D4D5A039-4906-4233-9861-5412901212BF}" dt="2026-09-17T11:30:48.179" v="1844" actId="478"/>
        <pc:sldMkLst>
          <pc:docMk/>
          <pc:sldMk cId="2387900688" sldId="366"/>
        </pc:sldMkLst>
        <pc:spChg chg="mod">
          <ac:chgData name="Gonzato, E. (Elia)" userId="6fe7f718-cb57-44f9-a1ed-36f4e9579e92" providerId="ADAL" clId="{D4D5A039-4906-4233-9861-5412901212BF}" dt="2026-09-09T12:12:21.634" v="1735" actId="1076"/>
          <ac:spMkLst>
            <pc:docMk/>
            <pc:sldMk cId="2387900688" sldId="366"/>
            <ac:spMk id="2" creationId="{9908485A-D825-0704-5BBE-43FC68ABDD15}"/>
          </ac:spMkLst>
        </pc:spChg>
        <pc:spChg chg="mod">
          <ac:chgData name="Gonzato, E. (Elia)" userId="6fe7f718-cb57-44f9-a1ed-36f4e9579e92" providerId="ADAL" clId="{D4D5A039-4906-4233-9861-5412901212BF}" dt="2026-09-09T12:12:21.634" v="1735" actId="1076"/>
          <ac:spMkLst>
            <pc:docMk/>
            <pc:sldMk cId="2387900688" sldId="366"/>
            <ac:spMk id="5" creationId="{1777B033-3B97-C605-FC85-F655C3C656B3}"/>
          </ac:spMkLst>
        </pc:spChg>
        <pc:spChg chg="mod">
          <ac:chgData name="Gonzato, E. (Elia)" userId="6fe7f718-cb57-44f9-a1ed-36f4e9579e92" providerId="ADAL" clId="{D4D5A039-4906-4233-9861-5412901212BF}" dt="2026-09-09T12:45:58.211" v="1838" actId="1076"/>
          <ac:spMkLst>
            <pc:docMk/>
            <pc:sldMk cId="2387900688" sldId="366"/>
            <ac:spMk id="6" creationId="{9162EC3C-889E-113C-7DAC-CBF4F9A10A32}"/>
          </ac:spMkLst>
        </pc:spChg>
        <pc:spChg chg="del mod">
          <ac:chgData name="Gonzato, E. (Elia)" userId="6fe7f718-cb57-44f9-a1ed-36f4e9579e92" providerId="ADAL" clId="{D4D5A039-4906-4233-9861-5412901212BF}" dt="2026-09-17T11:30:48.179" v="1844" actId="478"/>
          <ac:spMkLst>
            <pc:docMk/>
            <pc:sldMk cId="2387900688" sldId="366"/>
            <ac:spMk id="7" creationId="{60DE3842-CD3B-AD1E-9E4B-E21D4702B569}"/>
          </ac:spMkLst>
        </pc:spChg>
        <pc:spChg chg="add mod">
          <ac:chgData name="Gonzato, E. (Elia)" userId="6fe7f718-cb57-44f9-a1ed-36f4e9579e92" providerId="ADAL" clId="{D4D5A039-4906-4233-9861-5412901212BF}" dt="2026-09-09T12:45:37.131" v="1837" actId="1076"/>
          <ac:spMkLst>
            <pc:docMk/>
            <pc:sldMk cId="2387900688" sldId="366"/>
            <ac:spMk id="9" creationId="{650D2C45-539E-25A9-4413-CF7159AF61CA}"/>
          </ac:spMkLst>
        </pc:spChg>
        <pc:picChg chg="add mod">
          <ac:chgData name="Gonzato, E. (Elia)" userId="6fe7f718-cb57-44f9-a1ed-36f4e9579e92" providerId="ADAL" clId="{D4D5A039-4906-4233-9861-5412901212BF}" dt="2026-09-09T12:19:31.539" v="1748" actId="1076"/>
          <ac:picMkLst>
            <pc:docMk/>
            <pc:sldMk cId="2387900688" sldId="366"/>
            <ac:picMk id="8" creationId="{34BC142D-8B8C-2001-C58B-C61D4CCB0CEE}"/>
          </ac:picMkLst>
        </pc:picChg>
      </pc:sldChg>
      <pc:sldChg chg="delSp modSp add mod">
        <pc:chgData name="Gonzato, E. (Elia)" userId="6fe7f718-cb57-44f9-a1ed-36f4e9579e92" providerId="ADAL" clId="{D4D5A039-4906-4233-9861-5412901212BF}" dt="2026-09-09T12:21:27.116" v="1820" actId="478"/>
        <pc:sldMkLst>
          <pc:docMk/>
          <pc:sldMk cId="69673100" sldId="388"/>
        </pc:sldMkLst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9" creationId="{5A16FD3A-639C-821C-4DA0-656DB8DFAB01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10" creationId="{2C812D30-45D7-9370-1A84-535160B70FB4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12" creationId="{7CC8DC8C-8CAC-7A04-43D3-5B4E86B9AF07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23" creationId="{4A8F3BC5-86E3-47EE-6D34-C78B5F054FE4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26" creationId="{1D419B00-AF09-9E6F-6EC4-6326CDB903A8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27" creationId="{52325791-8C57-00CA-BE7B-BA4DAAAC6FC4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28" creationId="{C42F5284-1B85-0BBE-F5B3-71231152307D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29" creationId="{2FB1E58E-D93C-B41A-0369-D85AB82882C9}"/>
          </ac:spMkLst>
        </pc:spChg>
        <pc:spChg chg="mod">
          <ac:chgData name="Gonzato, E. (Elia)" userId="6fe7f718-cb57-44f9-a1ed-36f4e9579e92" providerId="ADAL" clId="{D4D5A039-4906-4233-9861-5412901212BF}" dt="2026-09-09T12:21:01.066" v="1812" actId="1076"/>
          <ac:spMkLst>
            <pc:docMk/>
            <pc:sldMk cId="69673100" sldId="388"/>
            <ac:spMk id="30" creationId="{3303B2A1-3FEA-29E8-5EFF-30717EBDFBB8}"/>
          </ac:spMkLst>
        </pc:spChg>
        <pc:picChg chg="mod">
          <ac:chgData name="Gonzato, E. (Elia)" userId="6fe7f718-cb57-44f9-a1ed-36f4e9579e92" providerId="ADAL" clId="{D4D5A039-4906-4233-9861-5412901212BF}" dt="2026-09-09T12:21:01.066" v="1812" actId="1076"/>
          <ac:picMkLst>
            <pc:docMk/>
            <pc:sldMk cId="69673100" sldId="388"/>
            <ac:picMk id="7" creationId="{BF776856-AACB-3807-DF86-B06849B24ECD}"/>
          </ac:picMkLst>
        </pc:picChg>
      </pc:sldChg>
      <pc:sldChg chg="delSp modSp add mod">
        <pc:chgData name="Gonzato, E. (Elia)" userId="6fe7f718-cb57-44f9-a1ed-36f4e9579e92" providerId="ADAL" clId="{D4D5A039-4906-4233-9861-5412901212BF}" dt="2026-09-09T12:13:09.577" v="1742" actId="478"/>
        <pc:sldMkLst>
          <pc:docMk/>
          <pc:sldMk cId="3552065143" sldId="389"/>
        </pc:sldMkLst>
        <pc:spChg chg="mod">
          <ac:chgData name="Gonzato, E. (Elia)" userId="6fe7f718-cb57-44f9-a1ed-36f4e9579e92" providerId="ADAL" clId="{D4D5A039-4906-4233-9861-5412901212BF}" dt="2026-09-09T12:13:04.954" v="1741" actId="208"/>
          <ac:spMkLst>
            <pc:docMk/>
            <pc:sldMk cId="3552065143" sldId="389"/>
            <ac:spMk id="15" creationId="{068BD1B6-001E-9E1F-875D-AA041027BBA3}"/>
          </ac:spMkLst>
        </pc:spChg>
        <pc:cxnChg chg="mod">
          <ac:chgData name="Gonzato, E. (Elia)" userId="6fe7f718-cb57-44f9-a1ed-36f4e9579e92" providerId="ADAL" clId="{D4D5A039-4906-4233-9861-5412901212BF}" dt="2026-09-09T12:13:04.954" v="1741" actId="208"/>
          <ac:cxnSpMkLst>
            <pc:docMk/>
            <pc:sldMk cId="3552065143" sldId="389"/>
            <ac:cxnSpMk id="12" creationId="{5AC8C29B-0F1F-66A9-42E8-6BA88FBA5B20}"/>
          </ac:cxnSpMkLst>
        </pc:cxnChg>
      </pc:sldChg>
      <pc:sldChg chg="delSp add mod">
        <pc:chgData name="Gonzato, E. (Elia)" userId="6fe7f718-cb57-44f9-a1ed-36f4e9579e92" providerId="ADAL" clId="{D4D5A039-4906-4233-9861-5412901212BF}" dt="2026-09-09T12:21:15.900" v="1817" actId="478"/>
        <pc:sldMkLst>
          <pc:docMk/>
          <pc:sldMk cId="2349687030" sldId="390"/>
        </pc:sldMkLst>
      </pc:sldChg>
      <pc:sldChg chg="delSp add mod">
        <pc:chgData name="Gonzato, E. (Elia)" userId="6fe7f718-cb57-44f9-a1ed-36f4e9579e92" providerId="ADAL" clId="{D4D5A039-4906-4233-9861-5412901212BF}" dt="2026-09-09T12:21:11.474" v="1816" actId="478"/>
        <pc:sldMkLst>
          <pc:docMk/>
          <pc:sldMk cId="203999355" sldId="391"/>
        </pc:sldMkLst>
      </pc:sldChg>
      <pc:sldChg chg="delSp modSp add mod">
        <pc:chgData name="Gonzato, E. (Elia)" userId="6fe7f718-cb57-44f9-a1ed-36f4e9579e92" providerId="ADAL" clId="{D4D5A039-4906-4233-9861-5412901212BF}" dt="2026-09-18T10:25:50.896" v="1852" actId="478"/>
        <pc:sldMkLst>
          <pc:docMk/>
          <pc:sldMk cId="140110094" sldId="392"/>
        </pc:sldMkLst>
        <pc:spChg chg="del mod">
          <ac:chgData name="Gonzato, E. (Elia)" userId="6fe7f718-cb57-44f9-a1ed-36f4e9579e92" providerId="ADAL" clId="{D4D5A039-4906-4233-9861-5412901212BF}" dt="2026-09-18T10:25:50.896" v="1852" actId="478"/>
          <ac:spMkLst>
            <pc:docMk/>
            <pc:sldMk cId="140110094" sldId="392"/>
            <ac:spMk id="3" creationId="{D26ED4E3-7C38-3E4D-3888-9E8E352B1119}"/>
          </ac:spMkLst>
        </pc:spChg>
      </pc:sldChg>
      <pc:sldChg chg="delSp add mod">
        <pc:chgData name="Gonzato, E. (Elia)" userId="6fe7f718-cb57-44f9-a1ed-36f4e9579e92" providerId="ADAL" clId="{D4D5A039-4906-4233-9861-5412901212BF}" dt="2026-09-17T11:30:11.733" v="1842" actId="478"/>
        <pc:sldMkLst>
          <pc:docMk/>
          <pc:sldMk cId="2008644570" sldId="393"/>
        </pc:sldMkLst>
        <pc:spChg chg="del">
          <ac:chgData name="Gonzato, E. (Elia)" userId="6fe7f718-cb57-44f9-a1ed-36f4e9579e92" providerId="ADAL" clId="{D4D5A039-4906-4233-9861-5412901212BF}" dt="2026-09-17T11:30:11.733" v="1842" actId="478"/>
          <ac:spMkLst>
            <pc:docMk/>
            <pc:sldMk cId="2008644570" sldId="393"/>
            <ac:spMk id="4" creationId="{380C307A-AAD8-8722-44BE-604CE0CD1E0A}"/>
          </ac:spMkLst>
        </pc:spChg>
        <pc:picChg chg="del">
          <ac:chgData name="Gonzato, E. (Elia)" userId="6fe7f718-cb57-44f9-a1ed-36f4e9579e92" providerId="ADAL" clId="{D4D5A039-4906-4233-9861-5412901212BF}" dt="2026-09-17T11:30:11.733" v="1842" actId="478"/>
          <ac:picMkLst>
            <pc:docMk/>
            <pc:sldMk cId="2008644570" sldId="393"/>
            <ac:picMk id="15" creationId="{823CB56B-FAB0-6B4D-A770-13FCA0B41DE4}"/>
          </ac:picMkLst>
        </pc:picChg>
      </pc:sldChg>
      <pc:sldChg chg="add">
        <pc:chgData name="Gonzato, E. (Elia)" userId="6fe7f718-cb57-44f9-a1ed-36f4e9579e92" providerId="ADAL" clId="{D4D5A039-4906-4233-9861-5412901212BF}" dt="2026-09-17T11:30:02.785" v="1840"/>
        <pc:sldMkLst>
          <pc:docMk/>
          <pc:sldMk cId="1566666897" sldId="394"/>
        </pc:sldMkLst>
      </pc:sldChg>
      <pc:sldChg chg="delSp add mod">
        <pc:chgData name="Gonzato, E. (Elia)" userId="6fe7f718-cb57-44f9-a1ed-36f4e9579e92" providerId="ADAL" clId="{D4D5A039-4906-4233-9861-5412901212BF}" dt="2026-09-18T10:25:10.986" v="1848" actId="478"/>
        <pc:sldMkLst>
          <pc:docMk/>
          <pc:sldMk cId="307354754" sldId="395"/>
        </pc:sldMkLst>
        <pc:spChg chg="del">
          <ac:chgData name="Gonzato, E. (Elia)" userId="6fe7f718-cb57-44f9-a1ed-36f4e9579e92" providerId="ADAL" clId="{D4D5A039-4906-4233-9861-5412901212BF}" dt="2026-09-18T10:25:04.376" v="1847" actId="478"/>
          <ac:spMkLst>
            <pc:docMk/>
            <pc:sldMk cId="307354754" sldId="395"/>
            <ac:spMk id="13" creationId="{856CD0D7-E635-B6EE-AB6B-5F9360EA298E}"/>
          </ac:spMkLst>
        </pc:spChg>
        <pc:spChg chg="del">
          <ac:chgData name="Gonzato, E. (Elia)" userId="6fe7f718-cb57-44f9-a1ed-36f4e9579e92" providerId="ADAL" clId="{D4D5A039-4906-4233-9861-5412901212BF}" dt="2026-09-18T10:25:10.986" v="1848" actId="478"/>
          <ac:spMkLst>
            <pc:docMk/>
            <pc:sldMk cId="307354754" sldId="395"/>
            <ac:spMk id="14" creationId="{FEF6D127-6044-4741-88DE-90D1D39314CF}"/>
          </ac:spMkLst>
        </pc:spChg>
        <pc:picChg chg="del">
          <ac:chgData name="Gonzato, E. (Elia)" userId="6fe7f718-cb57-44f9-a1ed-36f4e9579e92" providerId="ADAL" clId="{D4D5A039-4906-4233-9861-5412901212BF}" dt="2026-09-18T10:25:04.376" v="1847" actId="478"/>
          <ac:picMkLst>
            <pc:docMk/>
            <pc:sldMk cId="307354754" sldId="395"/>
            <ac:picMk id="9" creationId="{E46DD1BC-6636-1754-583D-F1D88D3371DB}"/>
          </ac:picMkLst>
        </pc:picChg>
        <pc:picChg chg="del">
          <ac:chgData name="Gonzato, E. (Elia)" userId="6fe7f718-cb57-44f9-a1ed-36f4e9579e92" providerId="ADAL" clId="{D4D5A039-4906-4233-9861-5412901212BF}" dt="2026-09-18T10:25:04.376" v="1847" actId="478"/>
          <ac:picMkLst>
            <pc:docMk/>
            <pc:sldMk cId="307354754" sldId="395"/>
            <ac:picMk id="15" creationId="{7851B32B-C74C-850D-0E15-A1D438150728}"/>
          </ac:picMkLst>
        </pc:picChg>
        <pc:cxnChg chg="del">
          <ac:chgData name="Gonzato, E. (Elia)" userId="6fe7f718-cb57-44f9-a1ed-36f4e9579e92" providerId="ADAL" clId="{D4D5A039-4906-4233-9861-5412901212BF}" dt="2026-09-18T10:25:04.376" v="1847" actId="478"/>
          <ac:cxnSpMkLst>
            <pc:docMk/>
            <pc:sldMk cId="307354754" sldId="395"/>
            <ac:cxnSpMk id="11" creationId="{DC6695BB-115C-5421-F398-05D7E31BA0F4}"/>
          </ac:cxnSpMkLst>
        </pc:cxnChg>
        <pc:cxnChg chg="del">
          <ac:chgData name="Gonzato, E. (Elia)" userId="6fe7f718-cb57-44f9-a1ed-36f4e9579e92" providerId="ADAL" clId="{D4D5A039-4906-4233-9861-5412901212BF}" dt="2026-09-18T10:25:04.376" v="1847" actId="478"/>
          <ac:cxnSpMkLst>
            <pc:docMk/>
            <pc:sldMk cId="307354754" sldId="395"/>
            <ac:cxnSpMk id="12" creationId="{3682A998-652D-F3D6-5107-EF4FBC79B343}"/>
          </ac:cxnSpMkLst>
        </pc:cxnChg>
      </pc:sldChg>
      <pc:sldChg chg="add">
        <pc:chgData name="Gonzato, E. (Elia)" userId="6fe7f718-cb57-44f9-a1ed-36f4e9579e92" providerId="ADAL" clId="{D4D5A039-4906-4233-9861-5412901212BF}" dt="2026-09-18T10:24:59.812" v="1846"/>
        <pc:sldMkLst>
          <pc:docMk/>
          <pc:sldMk cId="3847235737" sldId="3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dia te verplaatsen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 om de opmaak van de notities te bewerken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&lt;koptekst&gt;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&lt;datum/tijd&gt;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&lt;voettekst&gt;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8C8A53-726E-44B6-9C42-96BAFD3AED3D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1120" y="4784760"/>
            <a:ext cx="5447880" cy="39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5"/>
          </p:nvPr>
        </p:nvSpPr>
        <p:spPr>
          <a:xfrm>
            <a:off x="3857760" y="9443520"/>
            <a:ext cx="2950920" cy="49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Univers 45 Ligh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502F9D-C318-4707-A07C-6FFC61FA097E}" type="slidenum">
              <a:rPr lang="nl-NL" sz="1200" b="0" u="none" strike="noStrike">
                <a:solidFill>
                  <a:schemeClr val="dk1"/>
                </a:solidFill>
                <a:effectLst/>
                <a:uFillTx/>
                <a:latin typeface="Univers 45 Ligh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problem</a:t>
            </a:r>
            <a:r>
              <a:rPr lang="nl-NL" dirty="0"/>
              <a:t> here is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certain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think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particularly</a:t>
            </a:r>
            <a:r>
              <a:rPr lang="nl-NL" dirty="0"/>
              <a:t> different </a:t>
            </a:r>
            <a:r>
              <a:rPr lang="nl-NL" dirty="0" err="1"/>
              <a:t>from</a:t>
            </a:r>
            <a:r>
              <a:rPr lang="nl-NL" dirty="0"/>
              <a:t> TTE, but efficiency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estimand</a:t>
            </a:r>
            <a:r>
              <a:rPr lang="nl-NL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pPr indent="0" algn="r">
              <a:buNone/>
            </a:pPr>
            <a:fld id="{4F8C8A53-726E-44B6-9C42-96BAFD3AED3D}" type="slidenum">
              <a:rPr lang="en-GB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303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Afbeelding 6"/>
          <p:cNvPicPr/>
          <p:nvPr/>
        </p:nvPicPr>
        <p:blipFill>
          <a:blip r:embed="rId3"/>
          <a:stretch/>
        </p:blipFill>
        <p:spPr>
          <a:xfrm>
            <a:off x="0" y="0"/>
            <a:ext cx="914040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titeltekst te bewerken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Klik om de opmaak van de overzichtstekst te bewerken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Tweede overzichtsniveau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Derde overzichtsniveau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Vierde overzichtsniveau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Vijfde overzichtsniveau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Zesde overzichtsniveau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Zevende overzichtsniveau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en 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648000" y="4803840"/>
            <a:ext cx="277128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>
              <a:lnSpc>
                <a:spcPct val="100000"/>
              </a:lnSpc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2"/>
          </p:nvPr>
        </p:nvSpPr>
        <p:spPr>
          <a:xfrm>
            <a:off x="6327000" y="480384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rPr>
              <a:t>‹#›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nl-NL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titeltekst te bewerken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Klik om de opmaak van de overzichtstekst te bewerken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Tweede overzichtsniveau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Derde overzichtsniveau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Vierde overzichtsniveau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Vijfde overzichtsniveau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Zesde overzichtsniveau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rgbClr val="003741"/>
                </a:solidFill>
                <a:effectLst/>
                <a:uFillTx/>
                <a:latin typeface="Trebuchet MS"/>
              </a:rPr>
              <a:t>Zevende overzichtsniveau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lleen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Afbeelding 6"/>
          <p:cNvPicPr/>
          <p:nvPr/>
        </p:nvPicPr>
        <p:blipFill>
          <a:blip r:embed="rId3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Afbeelding 6"/>
          <p:cNvPicPr/>
          <p:nvPr/>
        </p:nvPicPr>
        <p:blipFill>
          <a:blip r:embed="rId2"/>
          <a:stretch/>
        </p:blipFill>
        <p:spPr>
          <a:xfrm>
            <a:off x="0" y="0"/>
            <a:ext cx="91404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dt" idx="3"/>
          </p:nvPr>
        </p:nvSpPr>
        <p:spPr>
          <a:xfrm>
            <a:off x="457200" y="476712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>
              <a:lnSpc>
                <a:spcPct val="100000"/>
              </a:lnSpc>
              <a:buNone/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33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CDEADB-8D42-4559-9C27-BB14041BA506}" type="slidenum">
              <a:rPr lang="nl-NL" sz="1000" b="0" u="none" strike="noStrike">
                <a:solidFill>
                  <a:srgbClr val="003741"/>
                </a:solidFill>
                <a:effectLst/>
                <a:uFillTx/>
                <a:latin typeface="Trebuchet MS Standaard"/>
              </a:rPr>
              <a:t>‹#›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9.svg"/><Relationship Id="rId5" Type="http://schemas.openxmlformats.org/officeDocument/2006/relationships/image" Target="../media/image7.svg"/><Relationship Id="rId10" Type="http://schemas.openxmlformats.org/officeDocument/2006/relationships/image" Target="../media/image13.svg"/><Relationship Id="rId4" Type="http://schemas.openxmlformats.org/officeDocument/2006/relationships/image" Target="../media/image6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5.svg"/><Relationship Id="rId5" Type="http://schemas.openxmlformats.org/officeDocument/2006/relationships/image" Target="../media/image7.svg"/><Relationship Id="rId10" Type="http://schemas.openxmlformats.org/officeDocument/2006/relationships/image" Target="../media/image14.svg"/><Relationship Id="rId4" Type="http://schemas.openxmlformats.org/officeDocument/2006/relationships/image" Target="../media/image6.sv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5.svg"/><Relationship Id="rId5" Type="http://schemas.openxmlformats.org/officeDocument/2006/relationships/image" Target="../media/image7.svg"/><Relationship Id="rId10" Type="http://schemas.openxmlformats.org/officeDocument/2006/relationships/image" Target="../media/image14.svg"/><Relationship Id="rId4" Type="http://schemas.openxmlformats.org/officeDocument/2006/relationships/image" Target="../media/image6.sv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gonzato/visualising_km_matching/tree/main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gif"/><Relationship Id="rId4" Type="http://schemas.openxmlformats.org/officeDocument/2006/relationships/image" Target="../media/image27.gi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56C7FE-A59E-EE36-CE75-8E52A7AC0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65149"/>
            <a:ext cx="3225800" cy="2690019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4BD34-9701-85E9-36C7-4705F0D988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8200" y="565148"/>
            <a:ext cx="3225800" cy="2690019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F9C87-8331-E1D0-A172-255C86E33D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5137" y="866776"/>
            <a:ext cx="3225800" cy="2388392"/>
          </a:xfrm>
          <a:prstGeom prst="rect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Plaque 17">
            <a:extLst>
              <a:ext uri="{FF2B5EF4-FFF2-40B4-BE49-F238E27FC236}">
                <a16:creationId xmlns:a16="http://schemas.microsoft.com/office/drawing/2014/main" id="{2AF2237B-2602-5B6E-3FE4-7724D41A9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3968" y="565147"/>
            <a:ext cx="2247901" cy="1816102"/>
          </a:xfrm>
          <a:prstGeom prst="plaque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Plaque 18">
            <a:extLst>
              <a:ext uri="{FF2B5EF4-FFF2-40B4-BE49-F238E27FC236}">
                <a16:creationId xmlns:a16="http://schemas.microsoft.com/office/drawing/2014/main" id="{1DFE03F0-E2DE-605F-25BF-CB08BB0B1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88793" y="565147"/>
            <a:ext cx="2247901" cy="1816102"/>
          </a:xfrm>
          <a:prstGeom prst="plaque">
            <a:avLst/>
          </a:prstGeom>
          <a:solidFill>
            <a:srgbClr val="F876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4445683-BCF8-E8A0-C43C-7622D3341B90}"/>
              </a:ext>
            </a:extLst>
          </p:cNvPr>
          <p:cNvSpPr txBox="1">
            <a:spLocks/>
          </p:cNvSpPr>
          <p:nvPr/>
        </p:nvSpPr>
        <p:spPr>
          <a:xfrm>
            <a:off x="190484" y="710326"/>
            <a:ext cx="8855106" cy="14813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Assessing comparability in single-arm trials for rare diseases, with time-to-event endpoints </a:t>
            </a:r>
            <a:endParaRPr lang="en-NL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C7FB5-F77F-0856-B3B9-6F5BD4D54951}"/>
              </a:ext>
            </a:extLst>
          </p:cNvPr>
          <p:cNvSpPr txBox="1"/>
          <p:nvPr/>
        </p:nvSpPr>
        <p:spPr>
          <a:xfrm>
            <a:off x="772745" y="1847249"/>
            <a:ext cx="490610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Elia Gonzato, PhD Candidate</a:t>
            </a:r>
          </a:p>
          <a:p>
            <a:r>
              <a:rPr lang="nl-NL" sz="1050" dirty="0" err="1"/>
              <a:t>Department</a:t>
            </a:r>
            <a:r>
              <a:rPr lang="nl-NL" sz="1050" dirty="0"/>
              <a:t> of </a:t>
            </a:r>
            <a:r>
              <a:rPr lang="nl-NL" sz="1050" dirty="0" err="1"/>
              <a:t>Epidemiology</a:t>
            </a:r>
            <a:r>
              <a:rPr lang="nl-NL" sz="1050" dirty="0"/>
              <a:t> </a:t>
            </a:r>
            <a:r>
              <a:rPr lang="nl-NL" sz="1050" dirty="0" err="1"/>
              <a:t>and</a:t>
            </a:r>
            <a:r>
              <a:rPr lang="nl-NL" sz="1050" dirty="0"/>
              <a:t> Data </a:t>
            </a:r>
            <a:r>
              <a:rPr lang="nl-NL" sz="1050" dirty="0" err="1"/>
              <a:t>Science</a:t>
            </a:r>
            <a:r>
              <a:rPr lang="nl-NL" sz="1050" dirty="0"/>
              <a:t>, Vrije Universiteit, Amsterdam, NL</a:t>
            </a:r>
          </a:p>
          <a:p>
            <a:r>
              <a:rPr lang="en-US" sz="1050" dirty="0"/>
              <a:t>Department of Pediatric Neurology, Emma Children's Hospital, </a:t>
            </a:r>
            <a:r>
              <a:rPr lang="nl-NL" sz="1050" dirty="0"/>
              <a:t>Amsterdam, NL</a:t>
            </a:r>
          </a:p>
          <a:p>
            <a:endParaRPr lang="nl-NL" sz="1050" dirty="0"/>
          </a:p>
          <a:p>
            <a:r>
              <a:rPr lang="nl-NL" sz="1200" dirty="0"/>
              <a:t>e.gonzato@amsterdamumc.nl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F817B-9FF7-812D-45F4-933DAC944906}"/>
              </a:ext>
            </a:extLst>
          </p:cNvPr>
          <p:cNvSpPr txBox="1"/>
          <p:nvPr/>
        </p:nvSpPr>
        <p:spPr>
          <a:xfrm>
            <a:off x="2012023" y="2816745"/>
            <a:ext cx="51199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1050" b="1" dirty="0"/>
              <a:t>47th Annual Conference of the International Society for Clinical Biostatistics (ISCB)</a:t>
            </a:r>
            <a:r>
              <a:rPr lang="nl-NL" sz="1050" b="1" dirty="0"/>
              <a:t>, Freiburg, 27th September – 1st </a:t>
            </a:r>
            <a:r>
              <a:rPr lang="nl-NL" sz="1050" b="1" dirty="0" err="1"/>
              <a:t>October</a:t>
            </a:r>
            <a:r>
              <a:rPr lang="nl-NL" sz="1050" b="1" dirty="0"/>
              <a:t> 2026</a:t>
            </a:r>
            <a:endParaRPr lang="en-NL" sz="10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C838-27FD-9D81-396D-EA3F5A1F918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pic>
        <p:nvPicPr>
          <p:cNvPr id="3" name="Graphic 2" descr="Inpatient outline">
            <a:extLst>
              <a:ext uri="{FF2B5EF4-FFF2-40B4-BE49-F238E27FC236}">
                <a16:creationId xmlns:a16="http://schemas.microsoft.com/office/drawing/2014/main" id="{9FA053C0-458A-4B72-7288-AB2A79636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4" name="Graphic 3" descr="Medicine outline">
            <a:extLst>
              <a:ext uri="{FF2B5EF4-FFF2-40B4-BE49-F238E27FC236}">
                <a16:creationId xmlns:a16="http://schemas.microsoft.com/office/drawing/2014/main" id="{6DC489E1-6496-CC92-2556-4ED0B4FA6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E44E04-8A44-D5DF-E470-4F2A83D4CFB7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F9E4-5816-F920-4616-AB967B98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973F-77A1-5BFF-A68F-3C2253CF1F28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pic>
        <p:nvPicPr>
          <p:cNvPr id="3" name="Graphic 2" descr="Inpatient outline">
            <a:extLst>
              <a:ext uri="{FF2B5EF4-FFF2-40B4-BE49-F238E27FC236}">
                <a16:creationId xmlns:a16="http://schemas.microsoft.com/office/drawing/2014/main" id="{1768E83A-4A55-7DA1-6EB9-949F63444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4" name="Graphic 3" descr="Medicine outline">
            <a:extLst>
              <a:ext uri="{FF2B5EF4-FFF2-40B4-BE49-F238E27FC236}">
                <a16:creationId xmlns:a16="http://schemas.microsoft.com/office/drawing/2014/main" id="{138EF166-9340-5ED4-EA71-0B952D9B4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5" name="Graphic 4" descr="Female Profile outline">
            <a:extLst>
              <a:ext uri="{FF2B5EF4-FFF2-40B4-BE49-F238E27FC236}">
                <a16:creationId xmlns:a16="http://schemas.microsoft.com/office/drawing/2014/main" id="{BBF1903F-850A-6512-3475-5F259ED51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6" name="Graphic 5" descr="Male profile outline">
            <a:extLst>
              <a:ext uri="{FF2B5EF4-FFF2-40B4-BE49-F238E27FC236}">
                <a16:creationId xmlns:a16="http://schemas.microsoft.com/office/drawing/2014/main" id="{9A1DF198-CADE-8127-892A-6040D53A5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Female Profile outline">
            <a:extLst>
              <a:ext uri="{FF2B5EF4-FFF2-40B4-BE49-F238E27FC236}">
                <a16:creationId xmlns:a16="http://schemas.microsoft.com/office/drawing/2014/main" id="{48045358-4DDC-C169-0E34-E69A1EE45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8" name="Graphic 7" descr="Male profile outline">
            <a:extLst>
              <a:ext uri="{FF2B5EF4-FFF2-40B4-BE49-F238E27FC236}">
                <a16:creationId xmlns:a16="http://schemas.microsoft.com/office/drawing/2014/main" id="{5C8BF423-BEEA-03A6-724A-E5D044710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D0DEF4-30B0-222B-4A55-9BB8A300F16A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8F84E32-E3B0-CFBD-2ACB-8DBD14A3CD64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35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7691-F328-2913-D73B-217245A1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3F1F-065F-8672-7467-01D41708F0D0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pic>
        <p:nvPicPr>
          <p:cNvPr id="3" name="Graphic 2" descr="Inpatient outline">
            <a:extLst>
              <a:ext uri="{FF2B5EF4-FFF2-40B4-BE49-F238E27FC236}">
                <a16:creationId xmlns:a16="http://schemas.microsoft.com/office/drawing/2014/main" id="{F62042C1-C4B7-4751-F400-E1976E8885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4" name="Graphic 3" descr="Medicine outline">
            <a:extLst>
              <a:ext uri="{FF2B5EF4-FFF2-40B4-BE49-F238E27FC236}">
                <a16:creationId xmlns:a16="http://schemas.microsoft.com/office/drawing/2014/main" id="{17473A99-5C31-5EAB-1CC2-9E2934839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5" name="Graphic 4" descr="Female Profile outline">
            <a:extLst>
              <a:ext uri="{FF2B5EF4-FFF2-40B4-BE49-F238E27FC236}">
                <a16:creationId xmlns:a16="http://schemas.microsoft.com/office/drawing/2014/main" id="{EDFA9B16-8177-2083-5261-03524ED1B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6" name="Graphic 5" descr="Male profile outline">
            <a:extLst>
              <a:ext uri="{FF2B5EF4-FFF2-40B4-BE49-F238E27FC236}">
                <a16:creationId xmlns:a16="http://schemas.microsoft.com/office/drawing/2014/main" id="{DD4BA34F-B1CE-FBAA-5BCF-D33A6A42C0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Female Profile outline">
            <a:extLst>
              <a:ext uri="{FF2B5EF4-FFF2-40B4-BE49-F238E27FC236}">
                <a16:creationId xmlns:a16="http://schemas.microsoft.com/office/drawing/2014/main" id="{3B69431E-9CC5-D7C2-BF62-621259947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8" name="Graphic 7" descr="Male profile outline">
            <a:extLst>
              <a:ext uri="{FF2B5EF4-FFF2-40B4-BE49-F238E27FC236}">
                <a16:creationId xmlns:a16="http://schemas.microsoft.com/office/drawing/2014/main" id="{0FA3537A-C440-C8FA-7FA0-358462074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9" name="Graphic 8" descr="Medicine outline">
            <a:extLst>
              <a:ext uri="{FF2B5EF4-FFF2-40B4-BE49-F238E27FC236}">
                <a16:creationId xmlns:a16="http://schemas.microsoft.com/office/drawing/2014/main" id="{F4668A3D-B3C2-EC82-2D30-4AB1F234C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119F68-B001-D665-FADA-92A10C106073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BCB79F-BA2B-C9AA-3771-D41E6FF670C3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ABBC72-2702-3E98-8A0D-FF1D28BE946D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DBB00-D533-4706-A95C-52E2EEBBB335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CF8FB-CFCB-9849-BB87-675CC28AF3AA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5" name="Graphic 14" descr="Medicine outline">
            <a:extLst>
              <a:ext uri="{FF2B5EF4-FFF2-40B4-BE49-F238E27FC236}">
                <a16:creationId xmlns:a16="http://schemas.microsoft.com/office/drawing/2014/main" id="{C8775528-D8B6-DEFA-9021-28E5B9454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38761E2-1306-AF85-8852-AF7F3A1083E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4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72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A289-3394-32C7-68B1-86E0CE43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CA6CF4F9-3E25-F33D-DE07-23788245C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3E137C41-6646-21BB-9012-F73341C13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B7041723-8DFE-B0EB-A6B3-7195DEB8BC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200CEF52-D4CD-48B7-B7F8-07E45EB3B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8DB3BD31-72E3-40C9-2E45-032F22688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6CE0E2F0-C7B5-7444-BC12-483B44F6D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B8B99FBE-EC8C-817D-B278-C6BF0D082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368E92-6845-40BB-33CD-0E6B58BDF2C8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6CBE8-91A2-C8D4-9C65-595D4FDEB351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EC239C-2FFE-C9C9-9DFE-E9C1E56B41BA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F8DDB38F-0A3E-C7CA-314A-BB640DA29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ED0E61A9-D9E3-2C0C-4F01-63EA57BF0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63A208D-3076-D983-0593-19EB675C025F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BAF42-7833-46FA-DA46-9015177F7413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6" name="Graphic 15" descr="Female Profile outline">
            <a:extLst>
              <a:ext uri="{FF2B5EF4-FFF2-40B4-BE49-F238E27FC236}">
                <a16:creationId xmlns:a16="http://schemas.microsoft.com/office/drawing/2014/main" id="{8DBF2EBA-8124-9E8A-38EE-DC00151D2B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826" y="2901229"/>
            <a:ext cx="515735" cy="515735"/>
          </a:xfrm>
          <a:prstGeom prst="rect">
            <a:avLst/>
          </a:prstGeom>
        </p:spPr>
      </p:pic>
      <p:pic>
        <p:nvPicPr>
          <p:cNvPr id="17" name="Graphic 16" descr="Male profile outline">
            <a:extLst>
              <a:ext uri="{FF2B5EF4-FFF2-40B4-BE49-F238E27FC236}">
                <a16:creationId xmlns:a16="http://schemas.microsoft.com/office/drawing/2014/main" id="{55D4ACEA-507B-C685-37B9-E33007FAA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3465" y="3302769"/>
            <a:ext cx="515735" cy="515735"/>
          </a:xfrm>
          <a:prstGeom prst="rect">
            <a:avLst/>
          </a:prstGeom>
        </p:spPr>
      </p:pic>
      <p:pic>
        <p:nvPicPr>
          <p:cNvPr id="18" name="Graphic 17" descr="Medicine outline">
            <a:extLst>
              <a:ext uri="{FF2B5EF4-FFF2-40B4-BE49-F238E27FC236}">
                <a16:creationId xmlns:a16="http://schemas.microsoft.com/office/drawing/2014/main" id="{625CEA02-AE2B-3223-3F61-35853E3F3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AEB85B7-909F-3CBC-A1BE-57221C31B50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0639ED3-3BEC-90D2-9EA3-C37C57D581CA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409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7658-5186-805E-90DC-33629D59C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7F229B4C-C4D2-BBBD-D3C7-1331F82C7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94D142BA-DB0E-125C-F00A-87C63A8D4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4ED55A2D-B145-E5F0-2B7F-00C7B124C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82350872-7C5D-5B2C-D342-ACE84F573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BD1FE138-2862-4806-3803-335D79D0B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F437A0E1-F21B-2D4A-793F-505CA2172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34F33114-FCA2-D4F0-7D42-A9AFDD4C1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D21484-0995-781D-00F7-FB2C770CAB29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E24075-062D-7437-12FC-81FB22994B37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2F6227-D890-3934-C7AB-4FD441EAE9B4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2CA36332-4E28-EB32-C067-A160E9E7E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D974D61F-C7A6-EEA6-11D6-6351AD161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Female Profile outline">
            <a:extLst>
              <a:ext uri="{FF2B5EF4-FFF2-40B4-BE49-F238E27FC236}">
                <a16:creationId xmlns:a16="http://schemas.microsoft.com/office/drawing/2014/main" id="{26465BC0-7EA9-E089-3F96-1F3E5C60E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5" name="Graphic 14" descr="Male profile outline">
            <a:extLst>
              <a:ext uri="{FF2B5EF4-FFF2-40B4-BE49-F238E27FC236}">
                <a16:creationId xmlns:a16="http://schemas.microsoft.com/office/drawing/2014/main" id="{B0BFAFE9-7D52-7520-9DA3-2C170FB37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50EBAB-2985-5128-D243-0DC3CA6B4D94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4E6B33-F428-C84D-B731-3DFD45605C2F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pic>
        <p:nvPicPr>
          <p:cNvPr id="18" name="Graphic 17" descr="Medicine outline">
            <a:extLst>
              <a:ext uri="{FF2B5EF4-FFF2-40B4-BE49-F238E27FC236}">
                <a16:creationId xmlns:a16="http://schemas.microsoft.com/office/drawing/2014/main" id="{D99CC671-B6D9-5AD1-852A-ACC2D8982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0692141A-BFB3-302A-2050-9BCFE7EAF5DB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3FDD21A-C48D-8DAA-A704-7E2711AFC11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699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D334-CF40-7A65-BFC8-6CD333AC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750C3789-C373-7D39-CA29-34128BE59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535F8FCB-8FC2-0F73-D642-960A705DC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21251838-3BFB-983B-3385-D225A0EFB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09376087-9A08-7DE2-AFA4-0C3E0745C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0ED73A9F-1E34-041E-363D-E0F8177E1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FDF17F04-325C-9362-6B03-EFAA1BD8B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BC9DCD8E-908D-2216-101C-FA3AC6BEF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A3F1FE-FE93-F31F-01B2-123487B9FF16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C61956-4D63-027F-24B9-1A9B37CB5096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D62E21-620A-3B74-AD73-83C141388BB3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5F80A73B-9AE9-A019-A09F-698503E22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97CC46D6-BC1E-5EC7-DE48-BD22ABF19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Female Profile outline">
            <a:extLst>
              <a:ext uri="{FF2B5EF4-FFF2-40B4-BE49-F238E27FC236}">
                <a16:creationId xmlns:a16="http://schemas.microsoft.com/office/drawing/2014/main" id="{5000982B-96E5-C282-67F5-96D33802A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5" name="Graphic 14" descr="Male profile outline">
            <a:extLst>
              <a:ext uri="{FF2B5EF4-FFF2-40B4-BE49-F238E27FC236}">
                <a16:creationId xmlns:a16="http://schemas.microsoft.com/office/drawing/2014/main" id="{D9751F07-081F-B74B-8FDF-EEAAF5742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58872FA-5E8F-8AE9-E6A1-B602BCDA783B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E56AA3-DD0E-B5FC-4936-2DC2E48ECE7B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F75A73-130B-7A06-875C-05CD9BFBE608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6453D73-4C67-9870-CA49-466297F52599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2EC2A71-A2A9-F9CA-BB3D-D16B493C1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62E563E-90EA-9B05-762F-6BAF9CB4E562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B1F98AC-D0F6-446D-964C-3182BF8AFD09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335E38A-C454-7C84-AA62-42847D91462C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201AEBC-5D7C-1D87-520F-8F91D55864FE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71BE799-5A27-A3B9-F4D3-A42FABCD5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9A204CF-07AD-3852-1733-077ED2D8B99B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EA3252A-2028-B681-9086-46719FD701F7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68FD8BF-D238-720A-F0AD-695179102FF0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86D257C-2028-A164-2EE1-3AE2FECC15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A508FDD-6351-4163-018D-E9562E58F28E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2388745-4E9D-C6BA-5D38-5C3C8D7F9A87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9DF8C14-EC7F-2714-8F72-11AF6B755056}"/>
              </a:ext>
            </a:extLst>
          </p:cNvPr>
          <p:cNvSpPr txBox="1"/>
          <p:nvPr/>
        </p:nvSpPr>
        <p:spPr>
          <a:xfrm>
            <a:off x="4622233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</a:t>
            </a:r>
            <a:endParaRPr lang="en-NL" sz="13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115607-4461-7320-39C8-0943825134D7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88D851-1D8C-4DDC-69CB-0E1422BD025F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5" name="Graphic 34" descr="Male profile outline">
            <a:extLst>
              <a:ext uri="{FF2B5EF4-FFF2-40B4-BE49-F238E27FC236}">
                <a16:creationId xmlns:a16="http://schemas.microsoft.com/office/drawing/2014/main" id="{8253D24B-464C-3A59-BE98-39341BCC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6" name="Graphic 35" descr="Female Profile outline">
            <a:extLst>
              <a:ext uri="{FF2B5EF4-FFF2-40B4-BE49-F238E27FC236}">
                <a16:creationId xmlns:a16="http://schemas.microsoft.com/office/drawing/2014/main" id="{3285BBC2-6771-CF00-4B8B-FC89E2021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8" name="Graphic 37" descr="Male profile outline">
            <a:extLst>
              <a:ext uri="{FF2B5EF4-FFF2-40B4-BE49-F238E27FC236}">
                <a16:creationId xmlns:a16="http://schemas.microsoft.com/office/drawing/2014/main" id="{12523127-9A65-094A-E05C-3D6601AA7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3248682F-C15F-D2C8-940F-41CB58312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44571E12-BC50-4C7C-FA21-BE8CFFF05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B1543815-C737-D656-B1E4-8EB249EB2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B5EED686-CEF2-F099-8FBE-03DCB5B36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3" name="Graphic 42" descr="Female Profile outline">
            <a:extLst>
              <a:ext uri="{FF2B5EF4-FFF2-40B4-BE49-F238E27FC236}">
                <a16:creationId xmlns:a16="http://schemas.microsoft.com/office/drawing/2014/main" id="{4F231B2F-B7D9-1A3F-FC60-1CA3C7FD7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4" name="Graphic 43" descr="Male profile outline">
            <a:extLst>
              <a:ext uri="{FF2B5EF4-FFF2-40B4-BE49-F238E27FC236}">
                <a16:creationId xmlns:a16="http://schemas.microsoft.com/office/drawing/2014/main" id="{70B76A80-E0BE-575E-8BAE-52B9C36F9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EF7ED6E3-47F4-163B-4954-087CBD2F9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10081128-4246-90C8-A3FB-002ECDE70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7" name="Graphic 46" descr="Female Profile outline">
            <a:extLst>
              <a:ext uri="{FF2B5EF4-FFF2-40B4-BE49-F238E27FC236}">
                <a16:creationId xmlns:a16="http://schemas.microsoft.com/office/drawing/2014/main" id="{989F503C-6CE6-735F-5814-AF47EB84C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8" name="Graphic 47" descr="Male profile outline">
            <a:extLst>
              <a:ext uri="{FF2B5EF4-FFF2-40B4-BE49-F238E27FC236}">
                <a16:creationId xmlns:a16="http://schemas.microsoft.com/office/drawing/2014/main" id="{9A0136B2-6C03-FD22-D61D-D8BCDE1DB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49" name="Graphic 48" descr="Female Profile outline">
            <a:extLst>
              <a:ext uri="{FF2B5EF4-FFF2-40B4-BE49-F238E27FC236}">
                <a16:creationId xmlns:a16="http://schemas.microsoft.com/office/drawing/2014/main" id="{E339D76E-30C0-358B-A06F-1537868AA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AA83E9C-6621-F1BB-E626-6F783632EB60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59B678-AB84-7DC3-9B6F-9095DF30C288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DFD9EF7-C4C3-DEFD-89F5-DAEAC474681B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962E14E-BC26-A41E-7E55-941A566D2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E64975E-9A28-B970-0D93-01011F83BBF7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48F1B0-46C7-DE03-E286-D57113B148AD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BD0CF33-0706-83D1-75B8-B7AA38AEDDA9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59F2178-FB21-1682-1295-42036EB3BEFC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FAE4289-AE8F-0B57-20B3-C15B0F8608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04CF8942-5F1B-85B8-91C7-99159765EDEE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B224F1C7-24ED-524C-F471-331351101DC4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38E212F-201F-2110-DBC2-24EC705E81C9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549D254E-06C2-384E-EA05-0F3D4DF881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A5B5857-F2F6-A5F2-E7CD-E4BF3E2C19F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60A391C-4D17-3969-E64F-3FAA7CB91404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C199637-F6B6-549D-9F82-3A4CAAA54253}"/>
              </a:ext>
            </a:extLst>
          </p:cNvPr>
          <p:cNvSpPr txBox="1"/>
          <p:nvPr/>
        </p:nvSpPr>
        <p:spPr>
          <a:xfrm>
            <a:off x="4620882" y="3320589"/>
            <a:ext cx="5918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85D927-CDFB-F6AD-C281-6E5DC837EE73}"/>
              </a:ext>
            </a:extLst>
          </p:cNvPr>
          <p:cNvSpPr txBox="1"/>
          <p:nvPr/>
        </p:nvSpPr>
        <p:spPr>
          <a:xfrm>
            <a:off x="5803583" y="3307270"/>
            <a:ext cx="6045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552C29-FE17-A175-4940-F6146276F320}"/>
              </a:ext>
            </a:extLst>
          </p:cNvPr>
          <p:cNvSpPr txBox="1"/>
          <p:nvPr/>
        </p:nvSpPr>
        <p:spPr>
          <a:xfrm>
            <a:off x="6969771" y="3320589"/>
            <a:ext cx="6225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2010</a:t>
            </a:r>
            <a:endParaRPr lang="en-NL" sz="1350"/>
          </a:p>
        </p:txBody>
      </p:sp>
      <p:pic>
        <p:nvPicPr>
          <p:cNvPr id="68" name="Graphic 67" descr="Male profile outline">
            <a:extLst>
              <a:ext uri="{FF2B5EF4-FFF2-40B4-BE49-F238E27FC236}">
                <a16:creationId xmlns:a16="http://schemas.microsoft.com/office/drawing/2014/main" id="{5940D4DF-E559-0770-5A8D-B65F0DB33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6A7583AC-72C5-ED82-D836-8C181D1BA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315FCFA2-CFD2-2666-22E3-D60D97C5D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F9FE0A3-2464-064D-D246-F24FBB48266C}"/>
              </a:ext>
            </a:extLst>
          </p:cNvPr>
          <p:cNvGrpSpPr/>
          <p:nvPr/>
        </p:nvGrpSpPr>
        <p:grpSpPr>
          <a:xfrm>
            <a:off x="4683842" y="1284221"/>
            <a:ext cx="2666380" cy="1617008"/>
            <a:chOff x="6245122" y="1712295"/>
            <a:chExt cx="3555173" cy="2156010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BC9B2816-919D-6C9A-7BE4-E29F0A26B2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5962" y="2271443"/>
              <a:ext cx="526779" cy="526779"/>
            </a:xfrm>
            <a:prstGeom prst="rect">
              <a:avLst/>
            </a:prstGeom>
          </p:spPr>
        </p:pic>
        <p:pic>
          <p:nvPicPr>
            <p:cNvPr id="73" name="Graphic 72" descr="Female Profile outline">
              <a:extLst>
                <a:ext uri="{FF2B5EF4-FFF2-40B4-BE49-F238E27FC236}">
                  <a16:creationId xmlns:a16="http://schemas.microsoft.com/office/drawing/2014/main" id="{2F578B81-7F7F-4FF3-BD2F-7C2399A838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41135" y="3341526"/>
              <a:ext cx="526779" cy="526779"/>
            </a:xfrm>
            <a:prstGeom prst="rect">
              <a:avLst/>
            </a:prstGeom>
          </p:spPr>
        </p:pic>
        <p:pic>
          <p:nvPicPr>
            <p:cNvPr id="74" name="Graphic 73" descr="Male profile outline">
              <a:extLst>
                <a:ext uri="{FF2B5EF4-FFF2-40B4-BE49-F238E27FC236}">
                  <a16:creationId xmlns:a16="http://schemas.microsoft.com/office/drawing/2014/main" id="{53DCF699-4447-A918-889C-BFC660D08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1968" y="3341526"/>
              <a:ext cx="526779" cy="526779"/>
            </a:xfrm>
            <a:prstGeom prst="rect">
              <a:avLst/>
            </a:prstGeom>
          </p:spPr>
        </p:pic>
        <p:pic>
          <p:nvPicPr>
            <p:cNvPr id="75" name="Graphic 74" descr="Female Profile outline">
              <a:extLst>
                <a:ext uri="{FF2B5EF4-FFF2-40B4-BE49-F238E27FC236}">
                  <a16:creationId xmlns:a16="http://schemas.microsoft.com/office/drawing/2014/main" id="{53DDEB26-BAB1-0132-9489-8DE1C5FE1B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7510" y="2271443"/>
              <a:ext cx="526779" cy="526779"/>
            </a:xfrm>
            <a:prstGeom prst="rect">
              <a:avLst/>
            </a:prstGeom>
          </p:spPr>
        </p:pic>
        <p:pic>
          <p:nvPicPr>
            <p:cNvPr id="76" name="Graphic 75" descr="Female Profile outline">
              <a:extLst>
                <a:ext uri="{FF2B5EF4-FFF2-40B4-BE49-F238E27FC236}">
                  <a16:creationId xmlns:a16="http://schemas.microsoft.com/office/drawing/2014/main" id="{FA286AA8-68CC-F05D-E0F9-5D2FA2268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98339" y="2782378"/>
              <a:ext cx="526779" cy="526779"/>
            </a:xfrm>
            <a:prstGeom prst="rect">
              <a:avLst/>
            </a:prstGeom>
          </p:spPr>
        </p:pic>
        <p:pic>
          <p:nvPicPr>
            <p:cNvPr id="77" name="Graphic 76" descr="Female Profile outline">
              <a:extLst>
                <a:ext uri="{FF2B5EF4-FFF2-40B4-BE49-F238E27FC236}">
                  <a16:creationId xmlns:a16="http://schemas.microsoft.com/office/drawing/2014/main" id="{4EE1C615-7981-591E-1A16-9DD9FD354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98339" y="1712295"/>
              <a:ext cx="526779" cy="526779"/>
            </a:xfrm>
            <a:prstGeom prst="rect">
              <a:avLst/>
            </a:prstGeom>
          </p:spPr>
        </p:pic>
        <p:pic>
          <p:nvPicPr>
            <p:cNvPr id="78" name="Graphic 77" descr="Female Profile outline">
              <a:extLst>
                <a:ext uri="{FF2B5EF4-FFF2-40B4-BE49-F238E27FC236}">
                  <a16:creationId xmlns:a16="http://schemas.microsoft.com/office/drawing/2014/main" id="{18AA8ABA-EF27-14CA-61B2-02F4C480E4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3516" y="2271443"/>
              <a:ext cx="526779" cy="526779"/>
            </a:xfrm>
            <a:prstGeom prst="rect">
              <a:avLst/>
            </a:prstGeom>
          </p:spPr>
        </p:pic>
        <p:pic>
          <p:nvPicPr>
            <p:cNvPr id="79" name="Graphic 78" descr="Female Profile outline">
              <a:extLst>
                <a:ext uri="{FF2B5EF4-FFF2-40B4-BE49-F238E27FC236}">
                  <a16:creationId xmlns:a16="http://schemas.microsoft.com/office/drawing/2014/main" id="{8470726C-5A1E-9B64-0297-8860774219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45129" y="3341526"/>
              <a:ext cx="526779" cy="526779"/>
            </a:xfrm>
            <a:prstGeom prst="rect">
              <a:avLst/>
            </a:prstGeom>
          </p:spPr>
        </p:pic>
        <p:pic>
          <p:nvPicPr>
            <p:cNvPr id="80" name="Graphic 79" descr="Male profile outline">
              <a:extLst>
                <a:ext uri="{FF2B5EF4-FFF2-40B4-BE49-F238E27FC236}">
                  <a16:creationId xmlns:a16="http://schemas.microsoft.com/office/drawing/2014/main" id="{9B161D47-60CE-2CE2-2B4D-9D2288EEA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5122" y="2782379"/>
              <a:ext cx="526779" cy="526779"/>
            </a:xfrm>
            <a:prstGeom prst="rect">
              <a:avLst/>
            </a:prstGeom>
          </p:spPr>
        </p:pic>
        <p:pic>
          <p:nvPicPr>
            <p:cNvPr id="81" name="Graphic 80" descr="Female Profile outline">
              <a:extLst>
                <a:ext uri="{FF2B5EF4-FFF2-40B4-BE49-F238E27FC236}">
                  <a16:creationId xmlns:a16="http://schemas.microsoft.com/office/drawing/2014/main" id="{75209850-DAF8-6768-8DC3-D199AA2493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45133" y="2271443"/>
              <a:ext cx="526779" cy="526779"/>
            </a:xfrm>
            <a:prstGeom prst="rect">
              <a:avLst/>
            </a:prstGeom>
          </p:spPr>
        </p:pic>
        <p:pic>
          <p:nvPicPr>
            <p:cNvPr id="82" name="Graphic 81" descr="Male profile outline">
              <a:extLst>
                <a:ext uri="{FF2B5EF4-FFF2-40B4-BE49-F238E27FC236}">
                  <a16:creationId xmlns:a16="http://schemas.microsoft.com/office/drawing/2014/main" id="{B2EDA0AC-53C4-6C26-6F07-96E94C5814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5126" y="1712296"/>
              <a:ext cx="526779" cy="526779"/>
            </a:xfrm>
            <a:prstGeom prst="rect">
              <a:avLst/>
            </a:prstGeom>
          </p:spPr>
        </p:pic>
        <p:pic>
          <p:nvPicPr>
            <p:cNvPr id="83" name="Graphic 82" descr="Male profile outline">
              <a:extLst>
                <a:ext uri="{FF2B5EF4-FFF2-40B4-BE49-F238E27FC236}">
                  <a16:creationId xmlns:a16="http://schemas.microsoft.com/office/drawing/2014/main" id="{F717EB7A-51CE-6294-93F7-272E2074AF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5962" y="3341526"/>
              <a:ext cx="526779" cy="526779"/>
            </a:xfrm>
            <a:prstGeom prst="rect">
              <a:avLst/>
            </a:prstGeom>
          </p:spPr>
        </p:pic>
        <p:pic>
          <p:nvPicPr>
            <p:cNvPr id="84" name="Graphic 83" descr="Female Profile outline">
              <a:extLst>
                <a:ext uri="{FF2B5EF4-FFF2-40B4-BE49-F238E27FC236}">
                  <a16:creationId xmlns:a16="http://schemas.microsoft.com/office/drawing/2014/main" id="{10AF408F-C5C6-9D97-A2A3-88CAC11B9C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5962" y="2782378"/>
              <a:ext cx="526779" cy="526779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B89BC17F-7B94-D724-6E74-A10A6F66C1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5962" y="1712295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Female Profile outline">
              <a:extLst>
                <a:ext uri="{FF2B5EF4-FFF2-40B4-BE49-F238E27FC236}">
                  <a16:creationId xmlns:a16="http://schemas.microsoft.com/office/drawing/2014/main" id="{CCF15796-D9BF-5D3D-49B6-3255FDE3AA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41139" y="2271443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Male profile outline">
              <a:extLst>
                <a:ext uri="{FF2B5EF4-FFF2-40B4-BE49-F238E27FC236}">
                  <a16:creationId xmlns:a16="http://schemas.microsoft.com/office/drawing/2014/main" id="{D05BCEE4-5967-4888-FC3F-5736D29562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41132" y="1712296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Female Profile outline">
              <a:extLst>
                <a:ext uri="{FF2B5EF4-FFF2-40B4-BE49-F238E27FC236}">
                  <a16:creationId xmlns:a16="http://schemas.microsoft.com/office/drawing/2014/main" id="{55A40EEC-CD85-420F-A98A-F0B0DF3F3C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1968" y="1712295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Female Profile outline">
              <a:extLst>
                <a:ext uri="{FF2B5EF4-FFF2-40B4-BE49-F238E27FC236}">
                  <a16:creationId xmlns:a16="http://schemas.microsoft.com/office/drawing/2014/main" id="{28EE4E92-8A55-8281-45B3-DE8DA9C158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7506" y="3341526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B36BB210-E505-1429-0DB6-E54D8FA705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0166" y="2782378"/>
              <a:ext cx="526779" cy="526779"/>
            </a:xfrm>
            <a:prstGeom prst="rect">
              <a:avLst/>
            </a:prstGeom>
          </p:spPr>
        </p:pic>
      </p:grpSp>
      <p:pic>
        <p:nvPicPr>
          <p:cNvPr id="91" name="Graphic 90" descr="Male profile outline">
            <a:extLst>
              <a:ext uri="{FF2B5EF4-FFF2-40B4-BE49-F238E27FC236}">
                <a16:creationId xmlns:a16="http://schemas.microsoft.com/office/drawing/2014/main" id="{A8ADFD2B-5753-BAFD-3ACC-D02256FA6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92" name="Graphic 91" descr="Male profile outline">
            <a:extLst>
              <a:ext uri="{FF2B5EF4-FFF2-40B4-BE49-F238E27FC236}">
                <a16:creationId xmlns:a16="http://schemas.microsoft.com/office/drawing/2014/main" id="{CEB417EE-6FA8-3868-6C23-084D98AB1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93" name="Graphic 92" descr="Female Profile outline">
            <a:extLst>
              <a:ext uri="{FF2B5EF4-FFF2-40B4-BE49-F238E27FC236}">
                <a16:creationId xmlns:a16="http://schemas.microsoft.com/office/drawing/2014/main" id="{AB289736-43F9-5AB0-76C6-4B4CD04A1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94" name="Graphic 93" descr="Male profile outline">
            <a:extLst>
              <a:ext uri="{FF2B5EF4-FFF2-40B4-BE49-F238E27FC236}">
                <a16:creationId xmlns:a16="http://schemas.microsoft.com/office/drawing/2014/main" id="{953FDF39-4D72-E3D8-A05B-74C216001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95" name="Graphic 94" descr="Male profile outline">
            <a:extLst>
              <a:ext uri="{FF2B5EF4-FFF2-40B4-BE49-F238E27FC236}">
                <a16:creationId xmlns:a16="http://schemas.microsoft.com/office/drawing/2014/main" id="{097E205D-B2EA-5AD9-4EA7-E234AAE26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96" name="Graphic 95" descr="Male profile outline">
            <a:extLst>
              <a:ext uri="{FF2B5EF4-FFF2-40B4-BE49-F238E27FC236}">
                <a16:creationId xmlns:a16="http://schemas.microsoft.com/office/drawing/2014/main" id="{CAC1A99D-5403-10C8-4803-D196570B0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97" name="Graphic 96" descr="Female Profile outline">
            <a:extLst>
              <a:ext uri="{FF2B5EF4-FFF2-40B4-BE49-F238E27FC236}">
                <a16:creationId xmlns:a16="http://schemas.microsoft.com/office/drawing/2014/main" id="{55ACF957-4FAD-44D4-4BC3-6626AC4C6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98" name="Graphic 97" descr="Male profile outline">
            <a:extLst>
              <a:ext uri="{FF2B5EF4-FFF2-40B4-BE49-F238E27FC236}">
                <a16:creationId xmlns:a16="http://schemas.microsoft.com/office/drawing/2014/main" id="{C6B049B4-E381-235E-442A-E0330DC7F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99" name="Graphic 98" descr="Female Profile outline">
            <a:extLst>
              <a:ext uri="{FF2B5EF4-FFF2-40B4-BE49-F238E27FC236}">
                <a16:creationId xmlns:a16="http://schemas.microsoft.com/office/drawing/2014/main" id="{0D92848C-7192-01F6-DD2C-337E9F695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65B5C4E0-A505-4343-73A5-74934444A3D3}"/>
              </a:ext>
            </a:extLst>
          </p:cNvPr>
          <p:cNvSpPr txBox="1"/>
          <p:nvPr/>
        </p:nvSpPr>
        <p:spPr>
          <a:xfrm>
            <a:off x="8152599" y="3322205"/>
            <a:ext cx="7566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pic>
        <p:nvPicPr>
          <p:cNvPr id="101" name="Graphic 100" descr="Medicine outline">
            <a:extLst>
              <a:ext uri="{FF2B5EF4-FFF2-40B4-BE49-F238E27FC236}">
                <a16:creationId xmlns:a16="http://schemas.microsoft.com/office/drawing/2014/main" id="{6DDA77D1-831A-CB04-B43F-74C6A54B9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sp>
        <p:nvSpPr>
          <p:cNvPr id="102" name="Title 1">
            <a:extLst>
              <a:ext uri="{FF2B5EF4-FFF2-40B4-BE49-F238E27FC236}">
                <a16:creationId xmlns:a16="http://schemas.microsoft.com/office/drawing/2014/main" id="{755CC044-6482-2830-CDF8-22522B90D20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3A2EDD6-AB01-640B-A8EC-D0DDD4EC7DA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029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0954-9F39-E01A-185E-E4122FA6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6C6BFBA0-0010-3C08-3759-0D8C63E66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0B048C2F-CC0B-372F-7122-AE8D7CD4D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ECA8B54E-9864-5D96-8297-875BA30AB5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D7197054-CECC-6275-3B12-52E82455E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1E1E5B0F-DE54-8DEA-17A9-6EFBA48F7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535B4AF8-989A-2513-1801-31CE26FDE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1F9F7533-61D4-0DDD-286A-680BFBA05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EEFE6B-631D-B833-A733-68948D53B5BE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FA354F-D7C2-0B70-C2A3-88A0FCA16C78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18B605-8A2C-9AD5-794B-0DE42CD0A2D4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24F6B2A4-00BD-0271-E0A0-637420D8E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2427EAFE-D623-7D1C-CB20-2935A319E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Medicine outline">
            <a:extLst>
              <a:ext uri="{FF2B5EF4-FFF2-40B4-BE49-F238E27FC236}">
                <a16:creationId xmlns:a16="http://schemas.microsoft.com/office/drawing/2014/main" id="{90BBF652-3163-D923-6486-FEA33189F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pic>
        <p:nvPicPr>
          <p:cNvPr id="15" name="Graphic 14" descr="Female Profile outline">
            <a:extLst>
              <a:ext uri="{FF2B5EF4-FFF2-40B4-BE49-F238E27FC236}">
                <a16:creationId xmlns:a16="http://schemas.microsoft.com/office/drawing/2014/main" id="{9C569330-C44E-3839-598A-81823B6BD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6" name="Graphic 15" descr="Male profile outline">
            <a:extLst>
              <a:ext uri="{FF2B5EF4-FFF2-40B4-BE49-F238E27FC236}">
                <a16:creationId xmlns:a16="http://schemas.microsoft.com/office/drawing/2014/main" id="{1D8D5CA0-3A80-B706-9CDA-4976846AB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EB7D60-7DCA-D1A2-DB1F-0A4ACFA34341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F4DF5-B21F-E471-B0F1-B86C8CCFF727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2F80B2-3A46-8962-8234-B8553B8DB932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C7A319C-188A-AC35-34F6-4DE0458F52D0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FA34AD8-153B-A98A-49B6-3B4298B359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5EF754F-88CD-811F-D775-6E7E4A0843C2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EC5695A-A011-6EA0-627C-268AC5A76430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9DCBE36-C895-D5A5-2A26-B22FB8FBF3EE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6F2CB7E-2D01-04BB-DFB1-F4CDA8E6B673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5A5FFFF-ABD7-1128-1F55-0A0BADE945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5FF8DC0-E2D0-E195-B6EB-12F0AD83AD9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1D08F76-25D8-6448-5F94-A0034B7BC635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88E5C09-A091-756D-F84F-7B7BC97BB01E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1077263-EBFF-AD10-2FF7-443974D08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C2FE69B-44F6-60EC-832A-0212EF97777F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B783856-F84C-2626-62E0-DD5A714C268B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1B1C808-6A8D-3EF1-CE3C-714FCA4C1449}"/>
              </a:ext>
            </a:extLst>
          </p:cNvPr>
          <p:cNvSpPr txBox="1"/>
          <p:nvPr/>
        </p:nvSpPr>
        <p:spPr>
          <a:xfrm>
            <a:off x="4622233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DA3836-9074-D4AA-EE36-42FDA87E724D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D29D4D-D0C0-EA21-EEC4-1C7C7E2D0E95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6" name="Graphic 35" descr="Male profile outline">
            <a:extLst>
              <a:ext uri="{FF2B5EF4-FFF2-40B4-BE49-F238E27FC236}">
                <a16:creationId xmlns:a16="http://schemas.microsoft.com/office/drawing/2014/main" id="{A5D2B324-350C-CFC8-7A5C-7221732FE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8" name="Graphic 37" descr="Female Profile outline">
            <a:extLst>
              <a:ext uri="{FF2B5EF4-FFF2-40B4-BE49-F238E27FC236}">
                <a16:creationId xmlns:a16="http://schemas.microsoft.com/office/drawing/2014/main" id="{DC62603C-3627-0066-8188-164452AB8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88D4CDCD-7A31-6CD8-6007-14267070C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F32596EE-E2F3-D0A9-C52C-8C0F6A341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C5608DB9-40C3-8B99-64FA-A6FC5DF0F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F407421C-F649-3663-C123-6AD994CA85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3" name="Graphic 42" descr="Male profile outline">
            <a:extLst>
              <a:ext uri="{FF2B5EF4-FFF2-40B4-BE49-F238E27FC236}">
                <a16:creationId xmlns:a16="http://schemas.microsoft.com/office/drawing/2014/main" id="{230BBF81-CA4C-51D3-ECF9-6219DED0E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4" name="Graphic 43" descr="Female Profile outline">
            <a:extLst>
              <a:ext uri="{FF2B5EF4-FFF2-40B4-BE49-F238E27FC236}">
                <a16:creationId xmlns:a16="http://schemas.microsoft.com/office/drawing/2014/main" id="{DFC7A86C-3C9C-B7A5-843A-18FAE23889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E1CA084A-A14A-A59D-FEBF-443329D07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E551F21A-C553-43F8-AF61-C284E5C89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7" name="Graphic 46" descr="Male profile outline">
            <a:extLst>
              <a:ext uri="{FF2B5EF4-FFF2-40B4-BE49-F238E27FC236}">
                <a16:creationId xmlns:a16="http://schemas.microsoft.com/office/drawing/2014/main" id="{073D4BD2-4E0C-DA11-1F24-263575384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8" name="Graphic 47" descr="Female Profile outline">
            <a:extLst>
              <a:ext uri="{FF2B5EF4-FFF2-40B4-BE49-F238E27FC236}">
                <a16:creationId xmlns:a16="http://schemas.microsoft.com/office/drawing/2014/main" id="{C7E9C1A2-46EB-6D11-15D9-67431A6858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9" name="Graphic 48" descr="Male profile outline">
            <a:extLst>
              <a:ext uri="{FF2B5EF4-FFF2-40B4-BE49-F238E27FC236}">
                <a16:creationId xmlns:a16="http://schemas.microsoft.com/office/drawing/2014/main" id="{F1327001-606E-13B7-E421-413664E67D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50" name="Graphic 49" descr="Female Profile outline">
            <a:extLst>
              <a:ext uri="{FF2B5EF4-FFF2-40B4-BE49-F238E27FC236}">
                <a16:creationId xmlns:a16="http://schemas.microsoft.com/office/drawing/2014/main" id="{D0D92C09-8DB0-B94F-6B6C-CA9952BF6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5B329AE-6BE2-2AAE-6037-013FFC77E3CE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79331B-BCB8-C923-4E0C-03B81BF49A5C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40EC765-F03A-D441-D2D9-7B323C823EDD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BB1B4D6-5EFE-4F83-C9C8-689BED213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4BD837C-C607-7942-2F0D-004B12CFF2CD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BCB1BFE-3C2F-E48C-6FD6-890B01A50B9E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BD28527-5B77-32B7-54AC-2E01607ECF22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2FB8CB6-EDA7-C5FC-6CE1-34BEB36C0291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3D869CF8-4422-F433-B7D8-7707FA1A5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A8241E27-6FB5-2B75-AD7E-E65BAE9D68BA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F1D6787B-442C-FCC4-B1A4-5AC27C48F30D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14B423B-6A9F-A2E0-1CF7-C4BA6842B10E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12FFE33-1EFB-F704-4B57-9F7BB14B6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719B803-FCDB-7A84-876E-BE14AA5FB4E0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554B432-FD35-3B2A-DB2B-3B28ED42F68C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246C0DF-79CA-E947-9B2D-C70D355F86F6}"/>
              </a:ext>
            </a:extLst>
          </p:cNvPr>
          <p:cNvSpPr txBox="1"/>
          <p:nvPr/>
        </p:nvSpPr>
        <p:spPr>
          <a:xfrm>
            <a:off x="4620882" y="3320589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3B5E04-B97A-A03F-710A-817BFDAE5F4D}"/>
              </a:ext>
            </a:extLst>
          </p:cNvPr>
          <p:cNvSpPr txBox="1"/>
          <p:nvPr/>
        </p:nvSpPr>
        <p:spPr>
          <a:xfrm>
            <a:off x="5803583" y="3307270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4A1659-5A31-C55F-33F6-E806AAB81057}"/>
              </a:ext>
            </a:extLst>
          </p:cNvPr>
          <p:cNvSpPr txBox="1"/>
          <p:nvPr/>
        </p:nvSpPr>
        <p:spPr>
          <a:xfrm>
            <a:off x="6969771" y="3320589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2010</a:t>
            </a:r>
            <a:endParaRPr lang="en-NL" sz="1350" dirty="0"/>
          </a:p>
        </p:txBody>
      </p:sp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6E79312F-9CC3-10D4-6DED-C8057F7D1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2750137E-FF97-BD1D-8691-76EBE5CB5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1" name="Graphic 70" descr="Male profile outline">
            <a:extLst>
              <a:ext uri="{FF2B5EF4-FFF2-40B4-BE49-F238E27FC236}">
                <a16:creationId xmlns:a16="http://schemas.microsoft.com/office/drawing/2014/main" id="{5EC4EE73-880D-6A43-8F7B-943AE9776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73F667D5-8799-055D-2486-0FB56EA5FA22}"/>
              </a:ext>
            </a:extLst>
          </p:cNvPr>
          <p:cNvGrpSpPr/>
          <p:nvPr/>
        </p:nvGrpSpPr>
        <p:grpSpPr>
          <a:xfrm>
            <a:off x="4683842" y="1284221"/>
            <a:ext cx="2666380" cy="1617008"/>
            <a:chOff x="6245122" y="1712295"/>
            <a:chExt cx="3555173" cy="2156010"/>
          </a:xfrm>
        </p:grpSpPr>
        <p:pic>
          <p:nvPicPr>
            <p:cNvPr id="73" name="Graphic 72" descr="Male profile outline">
              <a:extLst>
                <a:ext uri="{FF2B5EF4-FFF2-40B4-BE49-F238E27FC236}">
                  <a16:creationId xmlns:a16="http://schemas.microsoft.com/office/drawing/2014/main" id="{8838D160-28EB-49EA-DADB-89590DC6C8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5962" y="2271443"/>
              <a:ext cx="526779" cy="526779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F9ADEE31-4C62-3E8F-587B-177F9EBAC4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41135" y="3341526"/>
              <a:ext cx="526779" cy="526779"/>
            </a:xfrm>
            <a:prstGeom prst="rect">
              <a:avLst/>
            </a:prstGeom>
          </p:spPr>
        </p:pic>
        <p:pic>
          <p:nvPicPr>
            <p:cNvPr id="75" name="Graphic 74" descr="Male profile outline">
              <a:extLst>
                <a:ext uri="{FF2B5EF4-FFF2-40B4-BE49-F238E27FC236}">
                  <a16:creationId xmlns:a16="http://schemas.microsoft.com/office/drawing/2014/main" id="{B181B8B6-040C-47AE-321E-41B926CBD5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1968" y="3341526"/>
              <a:ext cx="526779" cy="526779"/>
            </a:xfrm>
            <a:prstGeom prst="rect">
              <a:avLst/>
            </a:prstGeom>
          </p:spPr>
        </p:pic>
        <p:pic>
          <p:nvPicPr>
            <p:cNvPr id="76" name="Graphic 75" descr="Female Profile outline">
              <a:extLst>
                <a:ext uri="{FF2B5EF4-FFF2-40B4-BE49-F238E27FC236}">
                  <a16:creationId xmlns:a16="http://schemas.microsoft.com/office/drawing/2014/main" id="{147B9B84-D1E1-3977-EE07-74A188608B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7510" y="2271443"/>
              <a:ext cx="526779" cy="526779"/>
            </a:xfrm>
            <a:prstGeom prst="rect">
              <a:avLst/>
            </a:prstGeom>
          </p:spPr>
        </p:pic>
        <p:pic>
          <p:nvPicPr>
            <p:cNvPr id="77" name="Graphic 76" descr="Female Profile outline">
              <a:extLst>
                <a:ext uri="{FF2B5EF4-FFF2-40B4-BE49-F238E27FC236}">
                  <a16:creationId xmlns:a16="http://schemas.microsoft.com/office/drawing/2014/main" id="{D51D3A59-459B-3F58-89DD-7544DE2F8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98339" y="2782378"/>
              <a:ext cx="526779" cy="526779"/>
            </a:xfrm>
            <a:prstGeom prst="rect">
              <a:avLst/>
            </a:prstGeom>
          </p:spPr>
        </p:pic>
        <p:pic>
          <p:nvPicPr>
            <p:cNvPr id="78" name="Graphic 77" descr="Female Profile outline">
              <a:extLst>
                <a:ext uri="{FF2B5EF4-FFF2-40B4-BE49-F238E27FC236}">
                  <a16:creationId xmlns:a16="http://schemas.microsoft.com/office/drawing/2014/main" id="{E1A5FF29-816A-1037-1408-DAA1E9FBC3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98339" y="1712295"/>
              <a:ext cx="526779" cy="526779"/>
            </a:xfrm>
            <a:prstGeom prst="rect">
              <a:avLst/>
            </a:prstGeom>
          </p:spPr>
        </p:pic>
        <p:pic>
          <p:nvPicPr>
            <p:cNvPr id="79" name="Graphic 78" descr="Female Profile outline">
              <a:extLst>
                <a:ext uri="{FF2B5EF4-FFF2-40B4-BE49-F238E27FC236}">
                  <a16:creationId xmlns:a16="http://schemas.microsoft.com/office/drawing/2014/main" id="{BA7F00B1-99A0-1C58-73D1-802FFF3514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3516" y="2271443"/>
              <a:ext cx="526779" cy="526779"/>
            </a:xfrm>
            <a:prstGeom prst="rect">
              <a:avLst/>
            </a:prstGeom>
          </p:spPr>
        </p:pic>
        <p:pic>
          <p:nvPicPr>
            <p:cNvPr id="80" name="Graphic 79" descr="Female Profile outline">
              <a:extLst>
                <a:ext uri="{FF2B5EF4-FFF2-40B4-BE49-F238E27FC236}">
                  <a16:creationId xmlns:a16="http://schemas.microsoft.com/office/drawing/2014/main" id="{1153FDAA-4D67-C447-A367-F33D4F0439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45129" y="3341526"/>
              <a:ext cx="526779" cy="526779"/>
            </a:xfrm>
            <a:prstGeom prst="rect">
              <a:avLst/>
            </a:prstGeom>
          </p:spPr>
        </p:pic>
        <p:pic>
          <p:nvPicPr>
            <p:cNvPr id="81" name="Graphic 80" descr="Male profile outline">
              <a:extLst>
                <a:ext uri="{FF2B5EF4-FFF2-40B4-BE49-F238E27FC236}">
                  <a16:creationId xmlns:a16="http://schemas.microsoft.com/office/drawing/2014/main" id="{7EF503CC-76ED-F5C0-EFEF-6C8519DCD5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5122" y="2782379"/>
              <a:ext cx="526779" cy="526779"/>
            </a:xfrm>
            <a:prstGeom prst="rect">
              <a:avLst/>
            </a:prstGeom>
          </p:spPr>
        </p:pic>
        <p:pic>
          <p:nvPicPr>
            <p:cNvPr id="82" name="Graphic 81" descr="Female Profile outline">
              <a:extLst>
                <a:ext uri="{FF2B5EF4-FFF2-40B4-BE49-F238E27FC236}">
                  <a16:creationId xmlns:a16="http://schemas.microsoft.com/office/drawing/2014/main" id="{ACCFA370-07C1-9D68-C756-CC80018D57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45133" y="2271443"/>
              <a:ext cx="526779" cy="526779"/>
            </a:xfrm>
            <a:prstGeom prst="rect">
              <a:avLst/>
            </a:prstGeom>
          </p:spPr>
        </p:pic>
        <p:pic>
          <p:nvPicPr>
            <p:cNvPr id="83" name="Graphic 82" descr="Male profile outline">
              <a:extLst>
                <a:ext uri="{FF2B5EF4-FFF2-40B4-BE49-F238E27FC236}">
                  <a16:creationId xmlns:a16="http://schemas.microsoft.com/office/drawing/2014/main" id="{6BDBE2B8-7DB5-BE95-977B-7A79A9525B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45126" y="1712296"/>
              <a:ext cx="526779" cy="526779"/>
            </a:xfrm>
            <a:prstGeom prst="rect">
              <a:avLst/>
            </a:prstGeom>
          </p:spPr>
        </p:pic>
        <p:pic>
          <p:nvPicPr>
            <p:cNvPr id="84" name="Graphic 83" descr="Male profile outline">
              <a:extLst>
                <a:ext uri="{FF2B5EF4-FFF2-40B4-BE49-F238E27FC236}">
                  <a16:creationId xmlns:a16="http://schemas.microsoft.com/office/drawing/2014/main" id="{47C4C2AD-4115-9D41-9DB5-FFD4E3B743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65962" y="3341526"/>
              <a:ext cx="526779" cy="526779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692ADCDA-CD83-669E-CEAE-F26BB18D59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5962" y="2782378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Female Profile outline">
              <a:extLst>
                <a:ext uri="{FF2B5EF4-FFF2-40B4-BE49-F238E27FC236}">
                  <a16:creationId xmlns:a16="http://schemas.microsoft.com/office/drawing/2014/main" id="{16ED0B2D-E8BC-E581-4C9E-6A2340F6CC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5962" y="1712295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Female Profile outline">
              <a:extLst>
                <a:ext uri="{FF2B5EF4-FFF2-40B4-BE49-F238E27FC236}">
                  <a16:creationId xmlns:a16="http://schemas.microsoft.com/office/drawing/2014/main" id="{0CA8BAAD-D8FA-BC3E-ECFC-998DA5BAD3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41139" y="2271443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Male profile outline">
              <a:extLst>
                <a:ext uri="{FF2B5EF4-FFF2-40B4-BE49-F238E27FC236}">
                  <a16:creationId xmlns:a16="http://schemas.microsoft.com/office/drawing/2014/main" id="{FA831CA8-533D-9CA2-B959-8C1DF6E9BE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41132" y="1712296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Female Profile outline">
              <a:extLst>
                <a:ext uri="{FF2B5EF4-FFF2-40B4-BE49-F238E27FC236}">
                  <a16:creationId xmlns:a16="http://schemas.microsoft.com/office/drawing/2014/main" id="{F1064220-8AF8-1CC4-4F71-FAA8C82E23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1968" y="1712295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35FFCD91-DD1D-08D8-EEEE-FE43609312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7506" y="3341526"/>
              <a:ext cx="526779" cy="526779"/>
            </a:xfrm>
            <a:prstGeom prst="rect">
              <a:avLst/>
            </a:prstGeom>
          </p:spPr>
        </p:pic>
        <p:pic>
          <p:nvPicPr>
            <p:cNvPr id="91" name="Graphic 90" descr="Female Profile outline">
              <a:extLst>
                <a:ext uri="{FF2B5EF4-FFF2-40B4-BE49-F238E27FC236}">
                  <a16:creationId xmlns:a16="http://schemas.microsoft.com/office/drawing/2014/main" id="{F3AD751A-4C1D-A25C-2282-A0CF4A160E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0166" y="2782378"/>
              <a:ext cx="526779" cy="526779"/>
            </a:xfrm>
            <a:prstGeom prst="rect">
              <a:avLst/>
            </a:prstGeom>
          </p:spPr>
        </p:pic>
      </p:grpSp>
      <p:pic>
        <p:nvPicPr>
          <p:cNvPr id="92" name="Graphic 91" descr="Male profile outline">
            <a:extLst>
              <a:ext uri="{FF2B5EF4-FFF2-40B4-BE49-F238E27FC236}">
                <a16:creationId xmlns:a16="http://schemas.microsoft.com/office/drawing/2014/main" id="{34384DBA-F39B-2CD1-1FEB-5D0A5A84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93" name="Graphic 92" descr="Male profile outline">
            <a:extLst>
              <a:ext uri="{FF2B5EF4-FFF2-40B4-BE49-F238E27FC236}">
                <a16:creationId xmlns:a16="http://schemas.microsoft.com/office/drawing/2014/main" id="{D66FCAB5-7BAC-595A-D64F-1702EC681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94" name="Graphic 93" descr="Female Profile outline">
            <a:extLst>
              <a:ext uri="{FF2B5EF4-FFF2-40B4-BE49-F238E27FC236}">
                <a16:creationId xmlns:a16="http://schemas.microsoft.com/office/drawing/2014/main" id="{9B4854B8-244B-7513-BA5D-1324A53D6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95" name="Graphic 94" descr="Male profile outline">
            <a:extLst>
              <a:ext uri="{FF2B5EF4-FFF2-40B4-BE49-F238E27FC236}">
                <a16:creationId xmlns:a16="http://schemas.microsoft.com/office/drawing/2014/main" id="{1C706DC4-D732-E03D-2252-FECF8DFA9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96" name="Graphic 95" descr="Male profile outline">
            <a:extLst>
              <a:ext uri="{FF2B5EF4-FFF2-40B4-BE49-F238E27FC236}">
                <a16:creationId xmlns:a16="http://schemas.microsoft.com/office/drawing/2014/main" id="{240A7E81-E5B7-ACD2-67CE-9EF38CF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97" name="Graphic 96" descr="Male profile outline">
            <a:extLst>
              <a:ext uri="{FF2B5EF4-FFF2-40B4-BE49-F238E27FC236}">
                <a16:creationId xmlns:a16="http://schemas.microsoft.com/office/drawing/2014/main" id="{49C0A0BD-E982-9BFC-C38F-64F7A736F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98" name="Graphic 97" descr="Female Profile outline">
            <a:extLst>
              <a:ext uri="{FF2B5EF4-FFF2-40B4-BE49-F238E27FC236}">
                <a16:creationId xmlns:a16="http://schemas.microsoft.com/office/drawing/2014/main" id="{F1A3F88E-0971-09F1-B614-A14D24F5D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99" name="Graphic 98" descr="Male profile outline">
            <a:extLst>
              <a:ext uri="{FF2B5EF4-FFF2-40B4-BE49-F238E27FC236}">
                <a16:creationId xmlns:a16="http://schemas.microsoft.com/office/drawing/2014/main" id="{FCFC2D8A-8EC2-BAE5-FF60-CFD4A515F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100" name="Graphic 99" descr="Female Profile outline">
            <a:extLst>
              <a:ext uri="{FF2B5EF4-FFF2-40B4-BE49-F238E27FC236}">
                <a16:creationId xmlns:a16="http://schemas.microsoft.com/office/drawing/2014/main" id="{4551A95D-590D-4A87-0F70-557E79938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E77998FD-BE56-BC3B-1DAA-3A6F9BF89F63}"/>
              </a:ext>
            </a:extLst>
          </p:cNvPr>
          <p:cNvSpPr txBox="1"/>
          <p:nvPr/>
        </p:nvSpPr>
        <p:spPr>
          <a:xfrm>
            <a:off x="8152599" y="3322205"/>
            <a:ext cx="5757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56EB289-FEA1-B273-3F53-2E43723C2A8D}"/>
              </a:ext>
            </a:extLst>
          </p:cNvPr>
          <p:cNvGrpSpPr/>
          <p:nvPr/>
        </p:nvGrpSpPr>
        <p:grpSpPr>
          <a:xfrm>
            <a:off x="7739492" y="1304458"/>
            <a:ext cx="787066" cy="2947712"/>
            <a:chOff x="10319322" y="1739276"/>
            <a:chExt cx="1049421" cy="3930283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A4917DE-017B-4CB9-28BE-30FB4EF23658}"/>
                </a:ext>
              </a:extLst>
            </p:cNvPr>
            <p:cNvCxnSpPr/>
            <p:nvPr/>
          </p:nvCxnSpPr>
          <p:spPr>
            <a:xfrm flipV="1">
              <a:off x="10645091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Graphic 103" descr="Medicine outline">
              <a:extLst>
                <a:ext uri="{FF2B5EF4-FFF2-40B4-BE49-F238E27FC236}">
                  <a16:creationId xmlns:a16="http://schemas.microsoft.com/office/drawing/2014/main" id="{C43B060E-4BA4-462A-CBF1-034D5C268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21124" y="4901853"/>
              <a:ext cx="767706" cy="767706"/>
            </a:xfrm>
            <a:prstGeom prst="rect">
              <a:avLst/>
            </a:prstGeom>
          </p:spPr>
        </p:pic>
        <p:pic>
          <p:nvPicPr>
            <p:cNvPr id="105" name="Graphic 104" descr="Female Profile outline">
              <a:extLst>
                <a:ext uri="{FF2B5EF4-FFF2-40B4-BE49-F238E27FC236}">
                  <a16:creationId xmlns:a16="http://schemas.microsoft.com/office/drawing/2014/main" id="{5A3F5B94-C9B0-872F-0FF2-50AE814B41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21131" y="3368507"/>
              <a:ext cx="526779" cy="526779"/>
            </a:xfrm>
            <a:prstGeom prst="rect">
              <a:avLst/>
            </a:prstGeom>
          </p:spPr>
        </p:pic>
        <p:pic>
          <p:nvPicPr>
            <p:cNvPr id="106" name="Graphic 105" descr="Male profile outline">
              <a:extLst>
                <a:ext uri="{FF2B5EF4-FFF2-40B4-BE49-F238E27FC236}">
                  <a16:creationId xmlns:a16="http://schemas.microsoft.com/office/drawing/2014/main" id="{4228EEC0-AEA9-7CC8-B4AB-5B047AD4A5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1124" y="2809360"/>
              <a:ext cx="526779" cy="526779"/>
            </a:xfrm>
            <a:prstGeom prst="rect">
              <a:avLst/>
            </a:prstGeom>
          </p:spPr>
        </p:pic>
        <p:pic>
          <p:nvPicPr>
            <p:cNvPr id="107" name="Graphic 106" descr="Female Profile outline">
              <a:extLst>
                <a:ext uri="{FF2B5EF4-FFF2-40B4-BE49-F238E27FC236}">
                  <a16:creationId xmlns:a16="http://schemas.microsoft.com/office/drawing/2014/main" id="{178DCA82-B2F7-0BCE-9878-17233A8A6E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21135" y="2298424"/>
              <a:ext cx="526779" cy="526779"/>
            </a:xfrm>
            <a:prstGeom prst="rect">
              <a:avLst/>
            </a:prstGeom>
          </p:spPr>
        </p:pic>
        <p:pic>
          <p:nvPicPr>
            <p:cNvPr id="108" name="Graphic 107" descr="Male profile outline">
              <a:extLst>
                <a:ext uri="{FF2B5EF4-FFF2-40B4-BE49-F238E27FC236}">
                  <a16:creationId xmlns:a16="http://schemas.microsoft.com/office/drawing/2014/main" id="{BAEB993D-242F-D7EF-47C4-4E177A6464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1128" y="1739277"/>
              <a:ext cx="526779" cy="526779"/>
            </a:xfrm>
            <a:prstGeom prst="rect">
              <a:avLst/>
            </a:prstGeom>
          </p:spPr>
        </p:pic>
        <p:pic>
          <p:nvPicPr>
            <p:cNvPr id="109" name="Graphic 108" descr="Male profile outline">
              <a:extLst>
                <a:ext uri="{FF2B5EF4-FFF2-40B4-BE49-F238E27FC236}">
                  <a16:creationId xmlns:a16="http://schemas.microsoft.com/office/drawing/2014/main" id="{B1A9F552-5501-39BA-B9FC-9EDE588E31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1964" y="3368507"/>
              <a:ext cx="526779" cy="526779"/>
            </a:xfrm>
            <a:prstGeom prst="rect">
              <a:avLst/>
            </a:prstGeom>
          </p:spPr>
        </p:pic>
        <p:pic>
          <p:nvPicPr>
            <p:cNvPr id="110" name="Graphic 109" descr="Female Profile outline">
              <a:extLst>
                <a:ext uri="{FF2B5EF4-FFF2-40B4-BE49-F238E27FC236}">
                  <a16:creationId xmlns:a16="http://schemas.microsoft.com/office/drawing/2014/main" id="{0E8D13E2-C6EB-4E33-2456-EFDE417C89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1964" y="2809359"/>
              <a:ext cx="526779" cy="526779"/>
            </a:xfrm>
            <a:prstGeom prst="rect">
              <a:avLst/>
            </a:prstGeom>
          </p:spPr>
        </p:pic>
        <p:pic>
          <p:nvPicPr>
            <p:cNvPr id="111" name="Graphic 110" descr="Male profile outline">
              <a:extLst>
                <a:ext uri="{FF2B5EF4-FFF2-40B4-BE49-F238E27FC236}">
                  <a16:creationId xmlns:a16="http://schemas.microsoft.com/office/drawing/2014/main" id="{C93C5183-5FA4-80F3-D82B-399B52F8B7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1964" y="2298424"/>
              <a:ext cx="526779" cy="526779"/>
            </a:xfrm>
            <a:prstGeom prst="rect">
              <a:avLst/>
            </a:prstGeom>
          </p:spPr>
        </p:pic>
        <p:pic>
          <p:nvPicPr>
            <p:cNvPr id="112" name="Graphic 111" descr="Female Profile outline">
              <a:extLst>
                <a:ext uri="{FF2B5EF4-FFF2-40B4-BE49-F238E27FC236}">
                  <a16:creationId xmlns:a16="http://schemas.microsoft.com/office/drawing/2014/main" id="{7560880D-DD4F-615F-7F34-BA15AAD1DC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1964" y="1739276"/>
              <a:ext cx="526779" cy="526779"/>
            </a:xfrm>
            <a:prstGeom prst="rect">
              <a:avLst/>
            </a:prstGeom>
          </p:spPr>
        </p:pic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554D5C3-E204-F59B-5052-DDC60D28624C}"/>
                </a:ext>
              </a:extLst>
            </p:cNvPr>
            <p:cNvCxnSpPr/>
            <p:nvPr/>
          </p:nvCxnSpPr>
          <p:spPr>
            <a:xfrm flipV="1">
              <a:off x="10643289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Graphic 113" descr="Medicine outline">
              <a:extLst>
                <a:ext uri="{FF2B5EF4-FFF2-40B4-BE49-F238E27FC236}">
                  <a16:creationId xmlns:a16="http://schemas.microsoft.com/office/drawing/2014/main" id="{87B42F6B-0E15-1CF6-5BAC-12F1F57134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19322" y="4901853"/>
              <a:ext cx="767706" cy="767706"/>
            </a:xfrm>
            <a:prstGeom prst="rect">
              <a:avLst/>
            </a:prstGeom>
          </p:spPr>
        </p:pic>
        <p:pic>
          <p:nvPicPr>
            <p:cNvPr id="115" name="Graphic 114" descr="Female Profile outline">
              <a:extLst>
                <a:ext uri="{FF2B5EF4-FFF2-40B4-BE49-F238E27FC236}">
                  <a16:creationId xmlns:a16="http://schemas.microsoft.com/office/drawing/2014/main" id="{B03EB050-525B-91C9-C2DA-C9210F998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9329" y="3368507"/>
              <a:ext cx="526779" cy="526779"/>
            </a:xfrm>
            <a:prstGeom prst="rect">
              <a:avLst/>
            </a:prstGeom>
          </p:spPr>
        </p:pic>
        <p:pic>
          <p:nvPicPr>
            <p:cNvPr id="116" name="Graphic 115" descr="Male profile outline">
              <a:extLst>
                <a:ext uri="{FF2B5EF4-FFF2-40B4-BE49-F238E27FC236}">
                  <a16:creationId xmlns:a16="http://schemas.microsoft.com/office/drawing/2014/main" id="{D4B51399-1A9B-7210-6129-CEBCC92119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9322" y="2809360"/>
              <a:ext cx="526779" cy="526779"/>
            </a:xfrm>
            <a:prstGeom prst="rect">
              <a:avLst/>
            </a:prstGeom>
          </p:spPr>
        </p:pic>
        <p:pic>
          <p:nvPicPr>
            <p:cNvPr id="117" name="Graphic 116" descr="Female Profile outline">
              <a:extLst>
                <a:ext uri="{FF2B5EF4-FFF2-40B4-BE49-F238E27FC236}">
                  <a16:creationId xmlns:a16="http://schemas.microsoft.com/office/drawing/2014/main" id="{87DC3F1F-0762-123B-09DA-8FD434B78B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9333" y="2298424"/>
              <a:ext cx="526779" cy="526779"/>
            </a:xfrm>
            <a:prstGeom prst="rect">
              <a:avLst/>
            </a:prstGeom>
          </p:spPr>
        </p:pic>
        <p:pic>
          <p:nvPicPr>
            <p:cNvPr id="118" name="Graphic 117" descr="Male profile outline">
              <a:extLst>
                <a:ext uri="{FF2B5EF4-FFF2-40B4-BE49-F238E27FC236}">
                  <a16:creationId xmlns:a16="http://schemas.microsoft.com/office/drawing/2014/main" id="{12C7B46D-EA5A-5FC4-B4FA-DA47A0D88D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9326" y="1739277"/>
              <a:ext cx="526779" cy="526779"/>
            </a:xfrm>
            <a:prstGeom prst="rect">
              <a:avLst/>
            </a:prstGeom>
          </p:spPr>
        </p:pic>
        <p:pic>
          <p:nvPicPr>
            <p:cNvPr id="119" name="Graphic 118" descr="Male profile outline">
              <a:extLst>
                <a:ext uri="{FF2B5EF4-FFF2-40B4-BE49-F238E27FC236}">
                  <a16:creationId xmlns:a16="http://schemas.microsoft.com/office/drawing/2014/main" id="{013BE0F3-E87C-B05B-40B0-7951976667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0162" y="3368507"/>
              <a:ext cx="526779" cy="526779"/>
            </a:xfrm>
            <a:prstGeom prst="rect">
              <a:avLst/>
            </a:prstGeom>
          </p:spPr>
        </p:pic>
        <p:pic>
          <p:nvPicPr>
            <p:cNvPr id="120" name="Graphic 119" descr="Female Profile outline">
              <a:extLst>
                <a:ext uri="{FF2B5EF4-FFF2-40B4-BE49-F238E27FC236}">
                  <a16:creationId xmlns:a16="http://schemas.microsoft.com/office/drawing/2014/main" id="{1B09BAB7-F550-F337-9D91-C29BC2C769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0162" y="2809359"/>
              <a:ext cx="526779" cy="526779"/>
            </a:xfrm>
            <a:prstGeom prst="rect">
              <a:avLst/>
            </a:prstGeom>
          </p:spPr>
        </p:pic>
        <p:pic>
          <p:nvPicPr>
            <p:cNvPr id="121" name="Graphic 120" descr="Male profile outline">
              <a:extLst>
                <a:ext uri="{FF2B5EF4-FFF2-40B4-BE49-F238E27FC236}">
                  <a16:creationId xmlns:a16="http://schemas.microsoft.com/office/drawing/2014/main" id="{725BFFD7-67D8-4500-CEA7-BBA4457BFA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0162" y="2298424"/>
              <a:ext cx="526779" cy="526779"/>
            </a:xfrm>
            <a:prstGeom prst="rect">
              <a:avLst/>
            </a:prstGeom>
          </p:spPr>
        </p:pic>
        <p:pic>
          <p:nvPicPr>
            <p:cNvPr id="122" name="Graphic 121" descr="Female Profile outline">
              <a:extLst>
                <a:ext uri="{FF2B5EF4-FFF2-40B4-BE49-F238E27FC236}">
                  <a16:creationId xmlns:a16="http://schemas.microsoft.com/office/drawing/2014/main" id="{FFC39E7E-FCD7-5406-BE24-FB335386B6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0162" y="1739276"/>
              <a:ext cx="526779" cy="526779"/>
            </a:xfrm>
            <a:prstGeom prst="rect">
              <a:avLst/>
            </a:prstGeom>
          </p:spPr>
        </p:pic>
      </p:grpSp>
      <p:sp>
        <p:nvSpPr>
          <p:cNvPr id="123" name="Title 1">
            <a:extLst>
              <a:ext uri="{FF2B5EF4-FFF2-40B4-BE49-F238E27FC236}">
                <a16:creationId xmlns:a16="http://schemas.microsoft.com/office/drawing/2014/main" id="{A4486DA0-DB80-54C5-92C3-CDC3985C0318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 dirty="0" err="1"/>
              <a:t>Introduction</a:t>
            </a:r>
            <a:endParaRPr lang="en-NL" b="1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339FCCA4-179F-9593-1FD9-5920CB1C89E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135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C546-3010-65CE-1299-94DC9AAD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Inpatient outline">
            <a:extLst>
              <a:ext uri="{FF2B5EF4-FFF2-40B4-BE49-F238E27FC236}">
                <a16:creationId xmlns:a16="http://schemas.microsoft.com/office/drawing/2014/main" id="{136DCD5E-3D90-7AAA-88E0-7B5A0555A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601" y="968003"/>
            <a:ext cx="575780" cy="575780"/>
          </a:xfrm>
          <a:prstGeom prst="rect">
            <a:avLst/>
          </a:prstGeom>
        </p:spPr>
      </p:pic>
      <p:pic>
        <p:nvPicPr>
          <p:cNvPr id="3" name="Graphic 2" descr="Medicine outline">
            <a:extLst>
              <a:ext uri="{FF2B5EF4-FFF2-40B4-BE49-F238E27FC236}">
                <a16:creationId xmlns:a16="http://schemas.microsoft.com/office/drawing/2014/main" id="{D9F04B92-0D55-FE2E-FFA5-3F96438F6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692" y="968003"/>
            <a:ext cx="575780" cy="575780"/>
          </a:xfrm>
          <a:prstGeom prst="rect">
            <a:avLst/>
          </a:prstGeom>
        </p:spPr>
      </p:pic>
      <p:pic>
        <p:nvPicPr>
          <p:cNvPr id="4" name="Graphic 3" descr="Female Profile outline">
            <a:extLst>
              <a:ext uri="{FF2B5EF4-FFF2-40B4-BE49-F238E27FC236}">
                <a16:creationId xmlns:a16="http://schemas.microsoft.com/office/drawing/2014/main" id="{C2FB2A87-84B7-B2BF-504A-895914C86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465" y="1846859"/>
            <a:ext cx="515735" cy="515735"/>
          </a:xfrm>
          <a:prstGeom prst="rect">
            <a:avLst/>
          </a:prstGeom>
        </p:spPr>
      </p:pic>
      <p:pic>
        <p:nvPicPr>
          <p:cNvPr id="5" name="Graphic 4" descr="Male profile outline">
            <a:extLst>
              <a:ext uri="{FF2B5EF4-FFF2-40B4-BE49-F238E27FC236}">
                <a16:creationId xmlns:a16="http://schemas.microsoft.com/office/drawing/2014/main" id="{8C6EDEFA-AA64-B32B-D897-FEEEDF5F1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3841" y="2026749"/>
            <a:ext cx="515735" cy="515735"/>
          </a:xfrm>
          <a:prstGeom prst="rect">
            <a:avLst/>
          </a:prstGeom>
        </p:spPr>
      </p:pic>
      <p:pic>
        <p:nvPicPr>
          <p:cNvPr id="6" name="Graphic 5" descr="Female Profile outline">
            <a:extLst>
              <a:ext uri="{FF2B5EF4-FFF2-40B4-BE49-F238E27FC236}">
                <a16:creationId xmlns:a16="http://schemas.microsoft.com/office/drawing/2014/main" id="{AA81CC3B-BEED-B2AD-7B74-7D4DCB08D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1571" y="2026749"/>
            <a:ext cx="515735" cy="515735"/>
          </a:xfrm>
          <a:prstGeom prst="rect">
            <a:avLst/>
          </a:prstGeom>
        </p:spPr>
      </p:pic>
      <p:pic>
        <p:nvPicPr>
          <p:cNvPr id="7" name="Graphic 6" descr="Male profile outline">
            <a:extLst>
              <a:ext uri="{FF2B5EF4-FFF2-40B4-BE49-F238E27FC236}">
                <a16:creationId xmlns:a16="http://schemas.microsoft.com/office/drawing/2014/main" id="{04B37FE2-0340-7DEF-18F1-9878B2DD7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081" y="1846859"/>
            <a:ext cx="515735" cy="515735"/>
          </a:xfrm>
          <a:prstGeom prst="rect">
            <a:avLst/>
          </a:prstGeom>
        </p:spPr>
      </p:pic>
      <p:pic>
        <p:nvPicPr>
          <p:cNvPr id="8" name="Graphic 7" descr="Medicine outline">
            <a:extLst>
              <a:ext uri="{FF2B5EF4-FFF2-40B4-BE49-F238E27FC236}">
                <a16:creationId xmlns:a16="http://schemas.microsoft.com/office/drawing/2014/main" id="{E54883F6-B7E7-AE30-5E18-9D183B1D9E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793" y="3061358"/>
            <a:ext cx="575780" cy="5757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BB2160-B926-BF44-0D7F-E0E404C6458B}"/>
              </a:ext>
            </a:extLst>
          </p:cNvPr>
          <p:cNvCxnSpPr/>
          <p:nvPr/>
        </p:nvCxnSpPr>
        <p:spPr>
          <a:xfrm>
            <a:off x="1833546" y="1509388"/>
            <a:ext cx="0" cy="404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E2FD2-467D-3D03-550E-69CFD5B9F5CE}"/>
              </a:ext>
            </a:extLst>
          </p:cNvPr>
          <p:cNvCxnSpPr>
            <a:cxnSpLocks/>
          </p:cNvCxnSpPr>
          <p:nvPr/>
        </p:nvCxnSpPr>
        <p:spPr>
          <a:xfrm flipH="1">
            <a:off x="1112670" y="2531301"/>
            <a:ext cx="189793" cy="295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2B6CE1-C2E5-5493-C267-7297786A3D8B}"/>
              </a:ext>
            </a:extLst>
          </p:cNvPr>
          <p:cNvCxnSpPr>
            <a:cxnSpLocks/>
          </p:cNvCxnSpPr>
          <p:nvPr/>
        </p:nvCxnSpPr>
        <p:spPr>
          <a:xfrm>
            <a:off x="2661314" y="2544494"/>
            <a:ext cx="212622" cy="3058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emale Profile outline">
            <a:extLst>
              <a:ext uri="{FF2B5EF4-FFF2-40B4-BE49-F238E27FC236}">
                <a16:creationId xmlns:a16="http://schemas.microsoft.com/office/drawing/2014/main" id="{93DBA8FB-7762-8947-9A02-ED3C72FC7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2852323"/>
            <a:ext cx="515735" cy="515735"/>
          </a:xfrm>
          <a:prstGeom prst="rect">
            <a:avLst/>
          </a:prstGeom>
        </p:spPr>
      </p:pic>
      <p:pic>
        <p:nvPicPr>
          <p:cNvPr id="13" name="Graphic 12" descr="Male profile outline">
            <a:extLst>
              <a:ext uri="{FF2B5EF4-FFF2-40B4-BE49-F238E27FC236}">
                <a16:creationId xmlns:a16="http://schemas.microsoft.com/office/drawing/2014/main" id="{04E0B021-CD79-2687-2C6D-EB63B97CD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2852323"/>
            <a:ext cx="515735" cy="515735"/>
          </a:xfrm>
          <a:prstGeom prst="rect">
            <a:avLst/>
          </a:prstGeom>
        </p:spPr>
      </p:pic>
      <p:pic>
        <p:nvPicPr>
          <p:cNvPr id="14" name="Graphic 13" descr="Medicine outline">
            <a:extLst>
              <a:ext uri="{FF2B5EF4-FFF2-40B4-BE49-F238E27FC236}">
                <a16:creationId xmlns:a16="http://schemas.microsoft.com/office/drawing/2014/main" id="{A4BA5477-A180-1ABE-A62C-159CD7B15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5132" y="3059173"/>
            <a:ext cx="575780" cy="575780"/>
          </a:xfrm>
          <a:prstGeom prst="rect">
            <a:avLst/>
          </a:prstGeom>
        </p:spPr>
      </p:pic>
      <p:pic>
        <p:nvPicPr>
          <p:cNvPr id="15" name="Graphic 14" descr="Female Profile outline">
            <a:extLst>
              <a:ext uri="{FF2B5EF4-FFF2-40B4-BE49-F238E27FC236}">
                <a16:creationId xmlns:a16="http://schemas.microsoft.com/office/drawing/2014/main" id="{C75531EE-0EC6-0660-829F-DE2A7C9DF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2299" y="3347062"/>
            <a:ext cx="515735" cy="515735"/>
          </a:xfrm>
          <a:prstGeom prst="rect">
            <a:avLst/>
          </a:prstGeom>
        </p:spPr>
      </p:pic>
      <p:pic>
        <p:nvPicPr>
          <p:cNvPr id="16" name="Graphic 15" descr="Male profile outline">
            <a:extLst>
              <a:ext uri="{FF2B5EF4-FFF2-40B4-BE49-F238E27FC236}">
                <a16:creationId xmlns:a16="http://schemas.microsoft.com/office/drawing/2014/main" id="{046FFDDB-FF73-97C7-8F42-12753CACF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4324" y="3347062"/>
            <a:ext cx="515735" cy="5157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5D3F226-2CFD-4CFA-97B0-A22DD60BB235}"/>
              </a:ext>
            </a:extLst>
          </p:cNvPr>
          <p:cNvSpPr/>
          <p:nvPr/>
        </p:nvSpPr>
        <p:spPr>
          <a:xfrm>
            <a:off x="3076170" y="2480604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D45EA-F5AE-FA80-29A4-D0CC2CC823E3}"/>
              </a:ext>
            </a:extLst>
          </p:cNvPr>
          <p:cNvSpPr/>
          <p:nvPr/>
        </p:nvSpPr>
        <p:spPr>
          <a:xfrm>
            <a:off x="544431" y="2457819"/>
            <a:ext cx="357458" cy="4847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2700" b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B6E4B-9682-C622-7318-68862D3D5ABB}"/>
              </a:ext>
            </a:extLst>
          </p:cNvPr>
          <p:cNvGrpSpPr/>
          <p:nvPr/>
        </p:nvGrpSpPr>
        <p:grpSpPr>
          <a:xfrm>
            <a:off x="4881388" y="2975954"/>
            <a:ext cx="3529010" cy="256177"/>
            <a:chOff x="7165228" y="3533832"/>
            <a:chExt cx="4705347" cy="34156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E69865-6228-0193-973C-33E9B9F9898D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044F09D-37B8-3DA1-7863-08196DCB2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AF5358-1325-7BBB-CC4D-23D5C16277C8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27A1604-BA11-441B-22D1-0459EC9B80B8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41B0993-2F26-7752-122F-062435B5FD3A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9D2DAF2-4AB3-8E8A-0DED-D88CFEFD6EE6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526BF07-501C-9791-3A39-ADE4FF9D19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BF737B7-E6FE-89F9-2548-4470E612927C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C907655-FD52-6AD0-E604-60C7D559E00B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AC792AA-D11A-6997-BB93-27B29D772F08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54ADAF9-024C-6048-A549-77A78121B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FF1B35E-05B8-A54B-B351-15990C45674D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64A29E1-0E7C-CAA0-0235-25B7137F2558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0CA82E0-F7DD-6D29-B695-17323A9E608B}"/>
              </a:ext>
            </a:extLst>
          </p:cNvPr>
          <p:cNvSpPr txBox="1"/>
          <p:nvPr/>
        </p:nvSpPr>
        <p:spPr>
          <a:xfrm>
            <a:off x="4622233" y="3320589"/>
            <a:ext cx="589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1990</a:t>
            </a:r>
            <a:endParaRPr lang="en-NL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FBF262-CD89-DC69-50F9-6107C27C76E8}"/>
              </a:ext>
            </a:extLst>
          </p:cNvPr>
          <p:cNvSpPr txBox="1"/>
          <p:nvPr/>
        </p:nvSpPr>
        <p:spPr>
          <a:xfrm>
            <a:off x="5804935" y="3307270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200</a:t>
            </a:r>
            <a:endParaRPr lang="en-NL" sz="13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7BAE2A-58D0-420F-341B-B719E29AA222}"/>
              </a:ext>
            </a:extLst>
          </p:cNvPr>
          <p:cNvSpPr txBox="1"/>
          <p:nvPr/>
        </p:nvSpPr>
        <p:spPr>
          <a:xfrm>
            <a:off x="6971122" y="3320589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201</a:t>
            </a:r>
            <a:endParaRPr lang="en-NL" sz="1350" dirty="0"/>
          </a:p>
        </p:txBody>
      </p:sp>
      <p:pic>
        <p:nvPicPr>
          <p:cNvPr id="36" name="Graphic 35" descr="Male profile outline">
            <a:extLst>
              <a:ext uri="{FF2B5EF4-FFF2-40B4-BE49-F238E27FC236}">
                <a16:creationId xmlns:a16="http://schemas.microsoft.com/office/drawing/2014/main" id="{C458FECA-D912-2D96-F68E-8080F7F16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0847" y="2086785"/>
            <a:ext cx="395084" cy="395084"/>
          </a:xfrm>
          <a:prstGeom prst="rect">
            <a:avLst/>
          </a:prstGeom>
        </p:spPr>
      </p:pic>
      <p:pic>
        <p:nvPicPr>
          <p:cNvPr id="38" name="Graphic 37" descr="Female Profile outline">
            <a:extLst>
              <a:ext uri="{FF2B5EF4-FFF2-40B4-BE49-F238E27FC236}">
                <a16:creationId xmlns:a16="http://schemas.microsoft.com/office/drawing/2014/main" id="{FAAD14EF-61F1-AF0A-4494-73D32DFE5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1477" y="2086784"/>
            <a:ext cx="395084" cy="395084"/>
          </a:xfrm>
          <a:prstGeom prst="rect">
            <a:avLst/>
          </a:prstGeom>
        </p:spPr>
      </p:pic>
      <p:pic>
        <p:nvPicPr>
          <p:cNvPr id="39" name="Graphic 38" descr="Male profile outline">
            <a:extLst>
              <a:ext uri="{FF2B5EF4-FFF2-40B4-BE49-F238E27FC236}">
                <a16:creationId xmlns:a16="http://schemas.microsoft.com/office/drawing/2014/main" id="{D419CC8E-03EF-8B22-E1FD-2730F2F0B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1477" y="1703583"/>
            <a:ext cx="395084" cy="395084"/>
          </a:xfrm>
          <a:prstGeom prst="rect">
            <a:avLst/>
          </a:prstGeom>
        </p:spPr>
      </p:pic>
      <p:pic>
        <p:nvPicPr>
          <p:cNvPr id="40" name="Graphic 39" descr="Male profile outline">
            <a:extLst>
              <a:ext uri="{FF2B5EF4-FFF2-40B4-BE49-F238E27FC236}">
                <a16:creationId xmlns:a16="http://schemas.microsoft.com/office/drawing/2014/main" id="{2330BB6B-4507-7399-53FA-629E88A10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5" y="2086785"/>
            <a:ext cx="395084" cy="395084"/>
          </a:xfrm>
          <a:prstGeom prst="rect">
            <a:avLst/>
          </a:prstGeom>
        </p:spPr>
      </p:pic>
      <p:pic>
        <p:nvPicPr>
          <p:cNvPr id="41" name="Graphic 40" descr="Male profile outline">
            <a:extLst>
              <a:ext uri="{FF2B5EF4-FFF2-40B4-BE49-F238E27FC236}">
                <a16:creationId xmlns:a16="http://schemas.microsoft.com/office/drawing/2014/main" id="{24387497-0AB0-F574-916E-FC6523A17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128" y="1284223"/>
            <a:ext cx="395084" cy="395084"/>
          </a:xfrm>
          <a:prstGeom prst="rect">
            <a:avLst/>
          </a:prstGeom>
        </p:spPr>
      </p:pic>
      <p:pic>
        <p:nvPicPr>
          <p:cNvPr id="42" name="Graphic 41" descr="Male profile outline">
            <a:extLst>
              <a:ext uri="{FF2B5EF4-FFF2-40B4-BE49-F238E27FC236}">
                <a16:creationId xmlns:a16="http://schemas.microsoft.com/office/drawing/2014/main" id="{F8263D91-976F-AD72-C569-52CC106A8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2506145"/>
            <a:ext cx="395084" cy="395084"/>
          </a:xfrm>
          <a:prstGeom prst="rect">
            <a:avLst/>
          </a:prstGeom>
        </p:spPr>
      </p:pic>
      <p:pic>
        <p:nvPicPr>
          <p:cNvPr id="43" name="Graphic 42" descr="Male profile outline">
            <a:extLst>
              <a:ext uri="{FF2B5EF4-FFF2-40B4-BE49-F238E27FC236}">
                <a16:creationId xmlns:a16="http://schemas.microsoft.com/office/drawing/2014/main" id="{0FA2F57C-8D45-573B-52F5-197F77596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755" y="1703583"/>
            <a:ext cx="395084" cy="395084"/>
          </a:xfrm>
          <a:prstGeom prst="rect">
            <a:avLst/>
          </a:prstGeom>
        </p:spPr>
      </p:pic>
      <p:pic>
        <p:nvPicPr>
          <p:cNvPr id="44" name="Graphic 43" descr="Female Profile outline">
            <a:extLst>
              <a:ext uri="{FF2B5EF4-FFF2-40B4-BE49-F238E27FC236}">
                <a16:creationId xmlns:a16="http://schemas.microsoft.com/office/drawing/2014/main" id="{0A3355CC-96E5-07F6-13CC-C7B9BAF1F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5135" y="2506145"/>
            <a:ext cx="395084" cy="395084"/>
          </a:xfrm>
          <a:prstGeom prst="rect">
            <a:avLst/>
          </a:prstGeom>
        </p:spPr>
      </p:pic>
      <p:pic>
        <p:nvPicPr>
          <p:cNvPr id="45" name="Graphic 44" descr="Male profile outline">
            <a:extLst>
              <a:ext uri="{FF2B5EF4-FFF2-40B4-BE49-F238E27FC236}">
                <a16:creationId xmlns:a16="http://schemas.microsoft.com/office/drawing/2014/main" id="{FEFD1740-6E23-84CB-F840-B1995F13E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29" y="2086785"/>
            <a:ext cx="395084" cy="395084"/>
          </a:xfrm>
          <a:prstGeom prst="rect">
            <a:avLst/>
          </a:prstGeom>
        </p:spPr>
      </p:pic>
      <p:pic>
        <p:nvPicPr>
          <p:cNvPr id="46" name="Graphic 45" descr="Male profile outline">
            <a:extLst>
              <a:ext uri="{FF2B5EF4-FFF2-40B4-BE49-F238E27FC236}">
                <a16:creationId xmlns:a16="http://schemas.microsoft.com/office/drawing/2014/main" id="{415B3F91-FA1C-05D2-DA40-0A9E93F75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5132" y="1284223"/>
            <a:ext cx="395084" cy="395084"/>
          </a:xfrm>
          <a:prstGeom prst="rect">
            <a:avLst/>
          </a:prstGeom>
        </p:spPr>
      </p:pic>
      <p:pic>
        <p:nvPicPr>
          <p:cNvPr id="47" name="Graphic 46" descr="Male profile outline">
            <a:extLst>
              <a:ext uri="{FF2B5EF4-FFF2-40B4-BE49-F238E27FC236}">
                <a16:creationId xmlns:a16="http://schemas.microsoft.com/office/drawing/2014/main" id="{8DF009CC-68AC-67E0-EF5B-406C73CA5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2506145"/>
            <a:ext cx="395084" cy="395084"/>
          </a:xfrm>
          <a:prstGeom prst="rect">
            <a:avLst/>
          </a:prstGeom>
        </p:spPr>
      </p:pic>
      <p:pic>
        <p:nvPicPr>
          <p:cNvPr id="48" name="Graphic 47" descr="Female Profile outline">
            <a:extLst>
              <a:ext uri="{FF2B5EF4-FFF2-40B4-BE49-F238E27FC236}">
                <a16:creationId xmlns:a16="http://schemas.microsoft.com/office/drawing/2014/main" id="{3DC0C25F-D551-3FE2-B6E8-E147FB2C4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2086784"/>
            <a:ext cx="395084" cy="395084"/>
          </a:xfrm>
          <a:prstGeom prst="rect">
            <a:avLst/>
          </a:prstGeom>
        </p:spPr>
      </p:pic>
      <p:pic>
        <p:nvPicPr>
          <p:cNvPr id="49" name="Graphic 48" descr="Male profile outline">
            <a:extLst>
              <a:ext uri="{FF2B5EF4-FFF2-40B4-BE49-F238E27FC236}">
                <a16:creationId xmlns:a16="http://schemas.microsoft.com/office/drawing/2014/main" id="{2486B5E6-64AC-E642-DD6B-D24D17ECC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5759" y="1703583"/>
            <a:ext cx="395084" cy="395084"/>
          </a:xfrm>
          <a:prstGeom prst="rect">
            <a:avLst/>
          </a:prstGeom>
        </p:spPr>
      </p:pic>
      <p:pic>
        <p:nvPicPr>
          <p:cNvPr id="50" name="Graphic 49" descr="Female Profile outline">
            <a:extLst>
              <a:ext uri="{FF2B5EF4-FFF2-40B4-BE49-F238E27FC236}">
                <a16:creationId xmlns:a16="http://schemas.microsoft.com/office/drawing/2014/main" id="{CC4C81BF-27F8-B6A4-1103-5DCAC413F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5759" y="1284222"/>
            <a:ext cx="395084" cy="3950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9EA00A0-F8F1-0742-E963-89734C028ACB}"/>
              </a:ext>
            </a:extLst>
          </p:cNvPr>
          <p:cNvSpPr txBox="1"/>
          <p:nvPr/>
        </p:nvSpPr>
        <p:spPr>
          <a:xfrm>
            <a:off x="8153950" y="3322205"/>
            <a:ext cx="518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</a:t>
            </a:r>
            <a:endParaRPr lang="en-NL" sz="13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0C1D4A-3749-4360-7316-0E907531B5B3}"/>
              </a:ext>
            </a:extLst>
          </p:cNvPr>
          <p:cNvGrpSpPr/>
          <p:nvPr/>
        </p:nvGrpSpPr>
        <p:grpSpPr>
          <a:xfrm>
            <a:off x="4880036" y="2975954"/>
            <a:ext cx="3529010" cy="256177"/>
            <a:chOff x="7165228" y="3533832"/>
            <a:chExt cx="4705347" cy="34156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9A508FF-EABE-659D-A1C0-A342F3BB654E}"/>
                </a:ext>
              </a:extLst>
            </p:cNvPr>
            <p:cNvGrpSpPr/>
            <p:nvPr/>
          </p:nvGrpSpPr>
          <p:grpSpPr>
            <a:xfrm>
              <a:off x="7165228" y="3538851"/>
              <a:ext cx="1568450" cy="336550"/>
              <a:chOff x="6096000" y="3632200"/>
              <a:chExt cx="1568450" cy="33655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82A0285-7202-D97F-AD9E-FDB9443FE5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800475"/>
                <a:ext cx="15684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074C587-B7F1-6CA8-40D5-B2E5FF85FD0F}"/>
                  </a:ext>
                </a:extLst>
              </p:cNvPr>
              <p:cNvCxnSpPr/>
              <p:nvPr/>
            </p:nvCxnSpPr>
            <p:spPr>
              <a:xfrm>
                <a:off x="609600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2946C4D-8F39-9B04-5B26-67D5563141DD}"/>
                  </a:ext>
                </a:extLst>
              </p:cNvPr>
              <p:cNvCxnSpPr/>
              <p:nvPr/>
            </p:nvCxnSpPr>
            <p:spPr>
              <a:xfrm>
                <a:off x="7664450" y="3632200"/>
                <a:ext cx="0" cy="33655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2A14924-0810-D72F-25D6-EAB53CCF2179}"/>
                </a:ext>
              </a:extLst>
            </p:cNvPr>
            <p:cNvGrpSpPr/>
            <p:nvPr/>
          </p:nvGrpSpPr>
          <p:grpSpPr>
            <a:xfrm>
              <a:off x="8733676" y="3533832"/>
              <a:ext cx="3136899" cy="340886"/>
              <a:chOff x="9232897" y="3622845"/>
              <a:chExt cx="3136899" cy="34088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D4BDD53-5D0D-1B76-9D02-C5D7D3A62F6D}"/>
                  </a:ext>
                </a:extLst>
              </p:cNvPr>
              <p:cNvGrpSpPr/>
              <p:nvPr/>
            </p:nvGrpSpPr>
            <p:grpSpPr>
              <a:xfrm>
                <a:off x="9232897" y="3627181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1FE6C5B-96B6-295D-A618-E824BF2C4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F00A9FB-84DE-A99F-8296-C36E50CF2AF1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6529811C-2160-285D-7074-E03800708A79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3845C73-F38C-ADA8-242B-041D64BFBB99}"/>
                  </a:ext>
                </a:extLst>
              </p:cNvPr>
              <p:cNvGrpSpPr/>
              <p:nvPr/>
            </p:nvGrpSpPr>
            <p:grpSpPr>
              <a:xfrm>
                <a:off x="10801346" y="3622845"/>
                <a:ext cx="1568450" cy="336550"/>
                <a:chOff x="6096000" y="3632200"/>
                <a:chExt cx="1568450" cy="336550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C1CF494-55AA-53B8-98C0-863EABB0F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800475"/>
                  <a:ext cx="156845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7E2D158-DD91-981A-EADF-36683C82C9A0}"/>
                    </a:ext>
                  </a:extLst>
                </p:cNvPr>
                <p:cNvCxnSpPr/>
                <p:nvPr/>
              </p:nvCxnSpPr>
              <p:spPr>
                <a:xfrm>
                  <a:off x="609600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973AFC9B-B310-81FB-78B4-1FB74A61A909}"/>
                    </a:ext>
                  </a:extLst>
                </p:cNvPr>
                <p:cNvCxnSpPr/>
                <p:nvPr/>
              </p:nvCxnSpPr>
              <p:spPr>
                <a:xfrm>
                  <a:off x="7664450" y="3632200"/>
                  <a:ext cx="0" cy="33655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F037D06-EE12-03C4-2768-8C91A2A2D18B}"/>
              </a:ext>
            </a:extLst>
          </p:cNvPr>
          <p:cNvSpPr txBox="1"/>
          <p:nvPr/>
        </p:nvSpPr>
        <p:spPr>
          <a:xfrm>
            <a:off x="5803583" y="3307270"/>
            <a:ext cx="57577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2000</a:t>
            </a:r>
            <a:endParaRPr lang="en-NL" sz="135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49AB6F-DABF-B41B-5D71-57C6851DE4CE}"/>
              </a:ext>
            </a:extLst>
          </p:cNvPr>
          <p:cNvSpPr txBox="1"/>
          <p:nvPr/>
        </p:nvSpPr>
        <p:spPr>
          <a:xfrm>
            <a:off x="6969771" y="3320589"/>
            <a:ext cx="6571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/>
              <a:t>2010</a:t>
            </a:r>
            <a:endParaRPr lang="en-NL" sz="1350"/>
          </a:p>
        </p:txBody>
      </p:sp>
      <p:pic>
        <p:nvPicPr>
          <p:cNvPr id="69" name="Graphic 68" descr="Male profile outline">
            <a:extLst>
              <a:ext uri="{FF2B5EF4-FFF2-40B4-BE49-F238E27FC236}">
                <a16:creationId xmlns:a16="http://schemas.microsoft.com/office/drawing/2014/main" id="{F2C4DED4-9A33-CDF5-88AD-1E1140B85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3" y="2086785"/>
            <a:ext cx="395084" cy="395084"/>
          </a:xfrm>
          <a:prstGeom prst="rect">
            <a:avLst/>
          </a:prstGeom>
        </p:spPr>
      </p:pic>
      <p:pic>
        <p:nvPicPr>
          <p:cNvPr id="70" name="Graphic 69" descr="Male profile outline">
            <a:extLst>
              <a:ext uri="{FF2B5EF4-FFF2-40B4-BE49-F238E27FC236}">
                <a16:creationId xmlns:a16="http://schemas.microsoft.com/office/drawing/2014/main" id="{6FBF6A4C-39B6-DF56-313B-C726D30B1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2506145"/>
            <a:ext cx="395084" cy="395084"/>
          </a:xfrm>
          <a:prstGeom prst="rect">
            <a:avLst/>
          </a:prstGeom>
        </p:spPr>
      </p:pic>
      <p:pic>
        <p:nvPicPr>
          <p:cNvPr id="71" name="Graphic 70" descr="Male profile outline">
            <a:extLst>
              <a:ext uri="{FF2B5EF4-FFF2-40B4-BE49-F238E27FC236}">
                <a16:creationId xmlns:a16="http://schemas.microsoft.com/office/drawing/2014/main" id="{CA8582DE-B0EF-9E40-9DE7-9FF47744F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9495" y="2086785"/>
            <a:ext cx="395084" cy="395084"/>
          </a:xfrm>
          <a:prstGeom prst="rect">
            <a:avLst/>
          </a:prstGeom>
        </p:spPr>
      </p:pic>
      <p:pic>
        <p:nvPicPr>
          <p:cNvPr id="72" name="Graphic 71" descr="Male profile outline">
            <a:extLst>
              <a:ext uri="{FF2B5EF4-FFF2-40B4-BE49-F238E27FC236}">
                <a16:creationId xmlns:a16="http://schemas.microsoft.com/office/drawing/2014/main" id="{7A46E494-F4EB-027C-26DA-7CB184F60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776" y="1284223"/>
            <a:ext cx="395084" cy="395084"/>
          </a:xfrm>
          <a:prstGeom prst="rect">
            <a:avLst/>
          </a:prstGeom>
        </p:spPr>
      </p:pic>
      <p:pic>
        <p:nvPicPr>
          <p:cNvPr id="73" name="Graphic 72" descr="Male profile outline">
            <a:extLst>
              <a:ext uri="{FF2B5EF4-FFF2-40B4-BE49-F238E27FC236}">
                <a16:creationId xmlns:a16="http://schemas.microsoft.com/office/drawing/2014/main" id="{C2EC586C-0ABC-66C5-8CD6-BC879A9807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403" y="1703583"/>
            <a:ext cx="395084" cy="395084"/>
          </a:xfrm>
          <a:prstGeom prst="rect">
            <a:avLst/>
          </a:prstGeom>
        </p:spPr>
      </p:pic>
      <p:pic>
        <p:nvPicPr>
          <p:cNvPr id="74" name="Graphic 73" descr="Female Profile outline">
            <a:extLst>
              <a:ext uri="{FF2B5EF4-FFF2-40B4-BE49-F238E27FC236}">
                <a16:creationId xmlns:a16="http://schemas.microsoft.com/office/drawing/2014/main" id="{850495C0-FD7A-EF87-22C5-2AEDD034E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783" y="2506145"/>
            <a:ext cx="395084" cy="395084"/>
          </a:xfrm>
          <a:prstGeom prst="rect">
            <a:avLst/>
          </a:prstGeom>
        </p:spPr>
      </p:pic>
      <p:pic>
        <p:nvPicPr>
          <p:cNvPr id="75" name="Graphic 74" descr="Male profile outline">
            <a:extLst>
              <a:ext uri="{FF2B5EF4-FFF2-40B4-BE49-F238E27FC236}">
                <a16:creationId xmlns:a16="http://schemas.microsoft.com/office/drawing/2014/main" id="{EDF43532-BB5D-713A-6D24-1384B7EB0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78" y="2086785"/>
            <a:ext cx="395084" cy="395084"/>
          </a:xfrm>
          <a:prstGeom prst="rect">
            <a:avLst/>
          </a:prstGeom>
        </p:spPr>
      </p:pic>
      <p:pic>
        <p:nvPicPr>
          <p:cNvPr id="76" name="Graphic 75" descr="Male profile outline">
            <a:extLst>
              <a:ext uri="{FF2B5EF4-FFF2-40B4-BE49-F238E27FC236}">
                <a16:creationId xmlns:a16="http://schemas.microsoft.com/office/drawing/2014/main" id="{B5EF8B8B-7DB9-B88A-C84E-E220CFCE1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781" y="1284223"/>
            <a:ext cx="395084" cy="395084"/>
          </a:xfrm>
          <a:prstGeom prst="rect">
            <a:avLst/>
          </a:prstGeom>
        </p:spPr>
      </p:pic>
      <p:pic>
        <p:nvPicPr>
          <p:cNvPr id="77" name="Graphic 76" descr="Male profile outline">
            <a:extLst>
              <a:ext uri="{FF2B5EF4-FFF2-40B4-BE49-F238E27FC236}">
                <a16:creationId xmlns:a16="http://schemas.microsoft.com/office/drawing/2014/main" id="{40F2B595-C7E4-265E-1BDF-D6FED5057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2506145"/>
            <a:ext cx="395084" cy="395084"/>
          </a:xfrm>
          <a:prstGeom prst="rect">
            <a:avLst/>
          </a:prstGeom>
        </p:spPr>
      </p:pic>
      <p:pic>
        <p:nvPicPr>
          <p:cNvPr id="78" name="Graphic 77" descr="Female Profile outline">
            <a:extLst>
              <a:ext uri="{FF2B5EF4-FFF2-40B4-BE49-F238E27FC236}">
                <a16:creationId xmlns:a16="http://schemas.microsoft.com/office/drawing/2014/main" id="{BBD73EB4-3AB9-123A-4E06-DB2A296DC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2086784"/>
            <a:ext cx="395084" cy="395084"/>
          </a:xfrm>
          <a:prstGeom prst="rect">
            <a:avLst/>
          </a:prstGeom>
        </p:spPr>
      </p:pic>
      <p:pic>
        <p:nvPicPr>
          <p:cNvPr id="79" name="Graphic 78" descr="Male profile outline">
            <a:extLst>
              <a:ext uri="{FF2B5EF4-FFF2-40B4-BE49-F238E27FC236}">
                <a16:creationId xmlns:a16="http://schemas.microsoft.com/office/drawing/2014/main" id="{BC2F928C-4C94-7E93-1EA5-B07D75668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4408" y="1703583"/>
            <a:ext cx="395084" cy="395084"/>
          </a:xfrm>
          <a:prstGeom prst="rect">
            <a:avLst/>
          </a:prstGeom>
        </p:spPr>
      </p:pic>
      <p:pic>
        <p:nvPicPr>
          <p:cNvPr id="80" name="Graphic 79" descr="Female Profile outline">
            <a:extLst>
              <a:ext uri="{FF2B5EF4-FFF2-40B4-BE49-F238E27FC236}">
                <a16:creationId xmlns:a16="http://schemas.microsoft.com/office/drawing/2014/main" id="{4F44D593-EC17-6160-A6A0-A50518AF5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408" y="1284222"/>
            <a:ext cx="395084" cy="39508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27FC328-9EE2-A31F-6F82-043E9A2BB40F}"/>
              </a:ext>
            </a:extLst>
          </p:cNvPr>
          <p:cNvSpPr txBox="1"/>
          <p:nvPr/>
        </p:nvSpPr>
        <p:spPr>
          <a:xfrm>
            <a:off x="8152599" y="3322205"/>
            <a:ext cx="6297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dirty="0"/>
              <a:t>2020</a:t>
            </a:r>
            <a:endParaRPr lang="en-NL" sz="135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04183B8-0627-3AFA-4FED-A1FA27E023D8}"/>
              </a:ext>
            </a:extLst>
          </p:cNvPr>
          <p:cNvGrpSpPr/>
          <p:nvPr/>
        </p:nvGrpSpPr>
        <p:grpSpPr>
          <a:xfrm>
            <a:off x="7739492" y="1304458"/>
            <a:ext cx="787066" cy="2947712"/>
            <a:chOff x="10319322" y="1739276"/>
            <a:chExt cx="1049421" cy="3930283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1C7B59E-49A0-D093-A361-DA36C196FB0D}"/>
                </a:ext>
              </a:extLst>
            </p:cNvPr>
            <p:cNvCxnSpPr/>
            <p:nvPr/>
          </p:nvCxnSpPr>
          <p:spPr>
            <a:xfrm flipV="1">
              <a:off x="10645091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Graphic 83" descr="Medicine outline">
              <a:extLst>
                <a:ext uri="{FF2B5EF4-FFF2-40B4-BE49-F238E27FC236}">
                  <a16:creationId xmlns:a16="http://schemas.microsoft.com/office/drawing/2014/main" id="{B82A4C2E-EAB4-047F-1CCD-273427A1F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21124" y="4901853"/>
              <a:ext cx="767706" cy="767706"/>
            </a:xfrm>
            <a:prstGeom prst="rect">
              <a:avLst/>
            </a:prstGeom>
          </p:spPr>
        </p:pic>
        <p:pic>
          <p:nvPicPr>
            <p:cNvPr id="85" name="Graphic 84" descr="Female Profile outline">
              <a:extLst>
                <a:ext uri="{FF2B5EF4-FFF2-40B4-BE49-F238E27FC236}">
                  <a16:creationId xmlns:a16="http://schemas.microsoft.com/office/drawing/2014/main" id="{0E085EF0-B88F-256D-F7B9-956255DDB0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21131" y="3368507"/>
              <a:ext cx="526779" cy="526779"/>
            </a:xfrm>
            <a:prstGeom prst="rect">
              <a:avLst/>
            </a:prstGeom>
          </p:spPr>
        </p:pic>
        <p:pic>
          <p:nvPicPr>
            <p:cNvPr id="86" name="Graphic 85" descr="Male profile outline">
              <a:extLst>
                <a:ext uri="{FF2B5EF4-FFF2-40B4-BE49-F238E27FC236}">
                  <a16:creationId xmlns:a16="http://schemas.microsoft.com/office/drawing/2014/main" id="{D5A17CB4-FEF9-1CDC-6C0C-14B5400CC4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1124" y="2809360"/>
              <a:ext cx="526779" cy="526779"/>
            </a:xfrm>
            <a:prstGeom prst="rect">
              <a:avLst/>
            </a:prstGeom>
          </p:spPr>
        </p:pic>
        <p:pic>
          <p:nvPicPr>
            <p:cNvPr id="87" name="Graphic 86" descr="Female Profile outline">
              <a:extLst>
                <a:ext uri="{FF2B5EF4-FFF2-40B4-BE49-F238E27FC236}">
                  <a16:creationId xmlns:a16="http://schemas.microsoft.com/office/drawing/2014/main" id="{DEF9FEAE-B784-A75A-E30E-0FAB017FBB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21135" y="2298424"/>
              <a:ext cx="526779" cy="526779"/>
            </a:xfrm>
            <a:prstGeom prst="rect">
              <a:avLst/>
            </a:prstGeom>
          </p:spPr>
        </p:pic>
        <p:pic>
          <p:nvPicPr>
            <p:cNvPr id="88" name="Graphic 87" descr="Male profile outline">
              <a:extLst>
                <a:ext uri="{FF2B5EF4-FFF2-40B4-BE49-F238E27FC236}">
                  <a16:creationId xmlns:a16="http://schemas.microsoft.com/office/drawing/2014/main" id="{85074090-04F6-33FE-E8C2-DCC4C41E2C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1128" y="1739277"/>
              <a:ext cx="526779" cy="526779"/>
            </a:xfrm>
            <a:prstGeom prst="rect">
              <a:avLst/>
            </a:prstGeom>
          </p:spPr>
        </p:pic>
        <p:pic>
          <p:nvPicPr>
            <p:cNvPr id="89" name="Graphic 88" descr="Male profile outline">
              <a:extLst>
                <a:ext uri="{FF2B5EF4-FFF2-40B4-BE49-F238E27FC236}">
                  <a16:creationId xmlns:a16="http://schemas.microsoft.com/office/drawing/2014/main" id="{C1D388E2-2559-D5F5-03E0-E32B8A2CB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1964" y="3368507"/>
              <a:ext cx="526779" cy="526779"/>
            </a:xfrm>
            <a:prstGeom prst="rect">
              <a:avLst/>
            </a:prstGeom>
          </p:spPr>
        </p:pic>
        <p:pic>
          <p:nvPicPr>
            <p:cNvPr id="90" name="Graphic 89" descr="Female Profile outline">
              <a:extLst>
                <a:ext uri="{FF2B5EF4-FFF2-40B4-BE49-F238E27FC236}">
                  <a16:creationId xmlns:a16="http://schemas.microsoft.com/office/drawing/2014/main" id="{D6252AE7-2A89-F8F7-803E-6558E87883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1964" y="2809359"/>
              <a:ext cx="526779" cy="526779"/>
            </a:xfrm>
            <a:prstGeom prst="rect">
              <a:avLst/>
            </a:prstGeom>
          </p:spPr>
        </p:pic>
        <p:pic>
          <p:nvPicPr>
            <p:cNvPr id="91" name="Graphic 90" descr="Male profile outline">
              <a:extLst>
                <a:ext uri="{FF2B5EF4-FFF2-40B4-BE49-F238E27FC236}">
                  <a16:creationId xmlns:a16="http://schemas.microsoft.com/office/drawing/2014/main" id="{5479F09C-3D1D-4B9B-5CE3-43F62182F8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1964" y="2298424"/>
              <a:ext cx="526779" cy="526779"/>
            </a:xfrm>
            <a:prstGeom prst="rect">
              <a:avLst/>
            </a:prstGeom>
          </p:spPr>
        </p:pic>
        <p:pic>
          <p:nvPicPr>
            <p:cNvPr id="92" name="Graphic 91" descr="Female Profile outline">
              <a:extLst>
                <a:ext uri="{FF2B5EF4-FFF2-40B4-BE49-F238E27FC236}">
                  <a16:creationId xmlns:a16="http://schemas.microsoft.com/office/drawing/2014/main" id="{66357E2A-6E08-908B-F661-5E8E78BE9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1964" y="1739276"/>
              <a:ext cx="526779" cy="526779"/>
            </a:xfrm>
            <a:prstGeom prst="rect">
              <a:avLst/>
            </a:prstGeom>
          </p:spPr>
        </p:pic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FEA6FD3-4C10-0EBD-B8C9-B3F461AAD741}"/>
                </a:ext>
              </a:extLst>
            </p:cNvPr>
            <p:cNvCxnSpPr/>
            <p:nvPr/>
          </p:nvCxnSpPr>
          <p:spPr>
            <a:xfrm flipV="1">
              <a:off x="10643289" y="4351594"/>
              <a:ext cx="0" cy="5502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Graphic 93" descr="Medicine outline">
              <a:extLst>
                <a:ext uri="{FF2B5EF4-FFF2-40B4-BE49-F238E27FC236}">
                  <a16:creationId xmlns:a16="http://schemas.microsoft.com/office/drawing/2014/main" id="{94B35BE2-F1EA-317D-B677-FDABD9DB02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19322" y="4901853"/>
              <a:ext cx="767706" cy="767706"/>
            </a:xfrm>
            <a:prstGeom prst="rect">
              <a:avLst/>
            </a:prstGeom>
          </p:spPr>
        </p:pic>
        <p:pic>
          <p:nvPicPr>
            <p:cNvPr id="95" name="Graphic 94" descr="Female Profile outline">
              <a:extLst>
                <a:ext uri="{FF2B5EF4-FFF2-40B4-BE49-F238E27FC236}">
                  <a16:creationId xmlns:a16="http://schemas.microsoft.com/office/drawing/2014/main" id="{7604C4CE-E707-49A1-7B36-A9A54C01F0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9329" y="3368507"/>
              <a:ext cx="526779" cy="526779"/>
            </a:xfrm>
            <a:prstGeom prst="rect">
              <a:avLst/>
            </a:prstGeom>
          </p:spPr>
        </p:pic>
        <p:pic>
          <p:nvPicPr>
            <p:cNvPr id="96" name="Graphic 95" descr="Male profile outline">
              <a:extLst>
                <a:ext uri="{FF2B5EF4-FFF2-40B4-BE49-F238E27FC236}">
                  <a16:creationId xmlns:a16="http://schemas.microsoft.com/office/drawing/2014/main" id="{C090AD80-4E93-8704-8AA4-A32E15FD25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9322" y="2809360"/>
              <a:ext cx="526779" cy="526779"/>
            </a:xfrm>
            <a:prstGeom prst="rect">
              <a:avLst/>
            </a:prstGeom>
          </p:spPr>
        </p:pic>
        <p:pic>
          <p:nvPicPr>
            <p:cNvPr id="97" name="Graphic 96" descr="Female Profile outline">
              <a:extLst>
                <a:ext uri="{FF2B5EF4-FFF2-40B4-BE49-F238E27FC236}">
                  <a16:creationId xmlns:a16="http://schemas.microsoft.com/office/drawing/2014/main" id="{C85A5336-CE30-637D-69E3-07DB0863AE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9333" y="2298424"/>
              <a:ext cx="526779" cy="526779"/>
            </a:xfrm>
            <a:prstGeom prst="rect">
              <a:avLst/>
            </a:prstGeom>
          </p:spPr>
        </p:pic>
        <p:pic>
          <p:nvPicPr>
            <p:cNvPr id="98" name="Graphic 97" descr="Male profile outline">
              <a:extLst>
                <a:ext uri="{FF2B5EF4-FFF2-40B4-BE49-F238E27FC236}">
                  <a16:creationId xmlns:a16="http://schemas.microsoft.com/office/drawing/2014/main" id="{FBDD0BC6-F021-75D3-E185-D0463B451D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9326" y="1739277"/>
              <a:ext cx="526779" cy="526779"/>
            </a:xfrm>
            <a:prstGeom prst="rect">
              <a:avLst/>
            </a:prstGeom>
          </p:spPr>
        </p:pic>
        <p:pic>
          <p:nvPicPr>
            <p:cNvPr id="99" name="Graphic 98" descr="Male profile outline">
              <a:extLst>
                <a:ext uri="{FF2B5EF4-FFF2-40B4-BE49-F238E27FC236}">
                  <a16:creationId xmlns:a16="http://schemas.microsoft.com/office/drawing/2014/main" id="{E878A0B3-08B9-9E85-B0D1-5DD21585B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0162" y="3368507"/>
              <a:ext cx="526779" cy="526779"/>
            </a:xfrm>
            <a:prstGeom prst="rect">
              <a:avLst/>
            </a:prstGeom>
          </p:spPr>
        </p:pic>
        <p:pic>
          <p:nvPicPr>
            <p:cNvPr id="100" name="Graphic 99" descr="Female Profile outline">
              <a:extLst>
                <a:ext uri="{FF2B5EF4-FFF2-40B4-BE49-F238E27FC236}">
                  <a16:creationId xmlns:a16="http://schemas.microsoft.com/office/drawing/2014/main" id="{8FF8645E-F945-9E14-5666-8C1CDAA57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0162" y="2809359"/>
              <a:ext cx="526779" cy="526779"/>
            </a:xfrm>
            <a:prstGeom prst="rect">
              <a:avLst/>
            </a:prstGeom>
          </p:spPr>
        </p:pic>
        <p:pic>
          <p:nvPicPr>
            <p:cNvPr id="101" name="Graphic 100" descr="Male profile outline">
              <a:extLst>
                <a:ext uri="{FF2B5EF4-FFF2-40B4-BE49-F238E27FC236}">
                  <a16:creationId xmlns:a16="http://schemas.microsoft.com/office/drawing/2014/main" id="{B18117F8-BAF1-5479-D6C8-A4133A9107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40162" y="2298424"/>
              <a:ext cx="526779" cy="526779"/>
            </a:xfrm>
            <a:prstGeom prst="rect">
              <a:avLst/>
            </a:prstGeom>
          </p:spPr>
        </p:pic>
        <p:pic>
          <p:nvPicPr>
            <p:cNvPr id="102" name="Graphic 101" descr="Female Profile outline">
              <a:extLst>
                <a:ext uri="{FF2B5EF4-FFF2-40B4-BE49-F238E27FC236}">
                  <a16:creationId xmlns:a16="http://schemas.microsoft.com/office/drawing/2014/main" id="{F47FA913-B608-B39C-621C-6A9C83F2A3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40162" y="1739276"/>
              <a:ext cx="526779" cy="526779"/>
            </a:xfrm>
            <a:prstGeom prst="rect">
              <a:avLst/>
            </a:prstGeom>
          </p:spPr>
        </p:pic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6A9A2FE1-DE8C-CB06-C5D6-B5B2A6123E8C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2909113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b="1"/>
              <a:t>Introduction</a:t>
            </a:r>
            <a:endParaRPr lang="en-NL" b="1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B52E4576-1836-1A07-6BF9-3F9FBDDEDE91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9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588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25CFE-0B46-756D-B5A9-102E4141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CC4628-E73C-354C-BD77-47121B5F510C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7659628-7B8C-D625-1598-96A9843F11AE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880576-70C5-CC7E-C875-8DCF6C7165A4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1BB05-EA5E-CD31-5E0A-FA2B6A20C4B4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DFC22D-ABB1-D6DA-3BCF-9ED71A5EAE7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10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608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E1AB-6BDC-A5D3-D42D-114AB991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3DCEFC-BB7B-C645-1680-E5AC74ED0C1B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AB407B-92E6-5D91-8508-E2365F5395FC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5ABBC84-B83D-FA00-495A-7BF7CBC0A1D0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11C12D5-D7CE-2E2D-1BF8-38094B601EC3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AA16F-BBC6-2619-E0AE-C3602442C2DB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75AB7F-0045-3579-5874-2D67AC3F5EC7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B5821-9A7B-C727-60CE-1521BB3984CA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1A814-5401-42D6-2336-B5AEBAAD0EA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11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253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DA2C-E664-F22A-B305-62E755A6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088A26B-16CD-6DE9-7471-6ED28A54CE2E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90DEB2-5D8E-615F-CEFE-1BCB90BDFED7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1F49C42-3B7B-42A0-C5FA-C599BD2DC893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E621936-1C00-29CE-192E-CBEC0C3BCC17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1042F18-2468-F0A4-AB27-950508E65C03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85A5E-B40B-ADE4-9FB5-F6ED2A492A9D}"/>
              </a:ext>
            </a:extLst>
          </p:cNvPr>
          <p:cNvSpPr txBox="1"/>
          <p:nvPr/>
        </p:nvSpPr>
        <p:spPr>
          <a:xfrm>
            <a:off x="2453868" y="2271668"/>
            <a:ext cx="16359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919F3-432D-7273-34F6-7FDC993EAE7F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E8B95D-C1A0-ADE9-58DE-3B10CC018C62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DB5D1-920F-F445-D8B2-996DEC93D306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161CF-36E8-6648-1DE9-5BF2DA14C4B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9541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3693-19FB-A374-C820-9FEFD4CA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16D579-E959-BA16-19ED-C0D6A936FB72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27FE2A-1A5A-4A89-8A8F-B1CC73A3546C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8210436-7514-D632-3A0B-E100CC041DA2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07CA9D9-8767-3D88-7E59-5D66EFE8359F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0005BE8-6C32-ED94-302F-81DAA2F497F7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6F67A-E7A1-853E-990C-8B63BC593244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D9300D-6591-B8C2-0810-9CA9BA815BB6}"/>
              </a:ext>
            </a:extLst>
          </p:cNvPr>
          <p:cNvCxnSpPr>
            <a:cxnSpLocks/>
          </p:cNvCxnSpPr>
          <p:nvPr/>
        </p:nvCxnSpPr>
        <p:spPr>
          <a:xfrm>
            <a:off x="1867720" y="3376048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3FDA8A-D055-96FF-685E-EBB93FF83261}"/>
              </a:ext>
            </a:extLst>
          </p:cNvPr>
          <p:cNvCxnSpPr>
            <a:cxnSpLocks/>
          </p:cNvCxnSpPr>
          <p:nvPr/>
        </p:nvCxnSpPr>
        <p:spPr>
          <a:xfrm>
            <a:off x="1867720" y="3461577"/>
            <a:ext cx="1982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284D1D-145E-3A13-A42E-E897C8A08223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23E7BC-EEF4-359B-3CF5-512FF9CDD18C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CA27245-CA71-342F-7439-3DC890AFED76}"/>
              </a:ext>
            </a:extLst>
          </p:cNvPr>
          <p:cNvSpPr/>
          <p:nvPr/>
        </p:nvSpPr>
        <p:spPr>
          <a:xfrm>
            <a:off x="1754414" y="3337190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910678-01D4-F1F7-40B1-D34C4495BA21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61D3723-CD5A-34F9-5E33-8BF5C48A661A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85DE61-7E9B-29BF-E4C1-1E6755FBED7E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912A9-F3E6-9951-890E-9F1FEF8BD0C6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FB1B9A-CC3B-E410-46F8-1402A9DA9935}"/>
              </a:ext>
            </a:extLst>
          </p:cNvPr>
          <p:cNvSpPr txBox="1"/>
          <p:nvPr/>
        </p:nvSpPr>
        <p:spPr>
          <a:xfrm>
            <a:off x="32938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Beginning</a:t>
            </a:r>
            <a:r>
              <a:rPr lang="nl-NL" sz="1350" b="1" dirty="0"/>
              <a:t> of treatment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81C91A-3253-C73D-37CD-764C75ADED4E}"/>
              </a:ext>
            </a:extLst>
          </p:cNvPr>
          <p:cNvSpPr txBox="1"/>
          <p:nvPr/>
        </p:nvSpPr>
        <p:spPr>
          <a:xfrm>
            <a:off x="2453868" y="2271668"/>
            <a:ext cx="16359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FC8F8C-7946-B215-A280-DE2760AE5737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C91ED-AEA3-4BBA-EB2C-1492440C5E33}"/>
              </a:ext>
            </a:extLst>
          </p:cNvPr>
          <p:cNvSpPr txBox="1"/>
          <p:nvPr/>
        </p:nvSpPr>
        <p:spPr>
          <a:xfrm>
            <a:off x="1447320" y="2849445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7347-83EF-09AE-B0B5-6543E02BB6C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468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1681-D437-8CF2-691E-8443B54F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2E8F80-ABFB-7728-7CCB-84CA48073C4E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514CF2-E2D7-9286-331E-2BABA5840E33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E3059C4-2152-283A-0140-11A27F906CC1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6FD02C6-6679-E5A7-9293-3CC137141424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63A4E2-D821-08EC-8F1D-FCA3B94F66BA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D4219-AD45-3333-AC1E-71845BD3D64D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C9605-552F-BCD0-E8AD-AF5CFF5FE635}"/>
              </a:ext>
            </a:extLst>
          </p:cNvPr>
          <p:cNvCxnSpPr>
            <a:cxnSpLocks/>
          </p:cNvCxnSpPr>
          <p:nvPr/>
        </p:nvCxnSpPr>
        <p:spPr>
          <a:xfrm>
            <a:off x="1867720" y="3376048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D34BDA-3AE1-8307-5671-75343D6856BC}"/>
              </a:ext>
            </a:extLst>
          </p:cNvPr>
          <p:cNvCxnSpPr>
            <a:cxnSpLocks/>
          </p:cNvCxnSpPr>
          <p:nvPr/>
        </p:nvCxnSpPr>
        <p:spPr>
          <a:xfrm>
            <a:off x="1867720" y="3461577"/>
            <a:ext cx="19827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08E0D7-2881-1C25-093A-09687C3874DD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31399A-AE47-A870-D7F3-87D5F0E9C0A6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45D1B32-7CA2-CF25-E183-5FEEDF5D10D3}"/>
              </a:ext>
            </a:extLst>
          </p:cNvPr>
          <p:cNvSpPr/>
          <p:nvPr/>
        </p:nvSpPr>
        <p:spPr>
          <a:xfrm>
            <a:off x="1754414" y="3337190"/>
            <a:ext cx="226610" cy="22064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96179B-15CA-5CBD-7A55-4F5B91D39ABD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65D4A28-B423-CE06-5B1A-8CFDD7F375BB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998BF6B-4BD7-6B21-65A1-D0EFA990D8DF}"/>
              </a:ext>
            </a:extLst>
          </p:cNvPr>
          <p:cNvSpPr/>
          <p:nvPr/>
        </p:nvSpPr>
        <p:spPr>
          <a:xfrm rot="5400000">
            <a:off x="2761039" y="2956856"/>
            <a:ext cx="220640" cy="173152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69EACF-BD53-664A-D05A-25A66D3CF990}"/>
              </a:ext>
            </a:extLst>
          </p:cNvPr>
          <p:cNvSpPr txBox="1"/>
          <p:nvPr/>
        </p:nvSpPr>
        <p:spPr>
          <a:xfrm>
            <a:off x="2236506" y="4045162"/>
            <a:ext cx="12697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err="1"/>
              <a:t>Immortal</a:t>
            </a:r>
            <a:r>
              <a:rPr lang="nl-NL" sz="1350" b="1"/>
              <a:t> time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E8C3FE-7D30-3713-5C97-C63568F1B975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E7CB8-16AA-F2C1-C6D1-8E7A9AA0BFC3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A80E7F-9F00-B644-A6FC-8656AF60E8D3}"/>
              </a:ext>
            </a:extLst>
          </p:cNvPr>
          <p:cNvSpPr txBox="1"/>
          <p:nvPr/>
        </p:nvSpPr>
        <p:spPr>
          <a:xfrm>
            <a:off x="32938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Beginning</a:t>
            </a:r>
            <a:r>
              <a:rPr lang="nl-NL" sz="1350" b="1" dirty="0"/>
              <a:t> of treatment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44B8C8-B54A-9772-7311-52179BDA4320}"/>
              </a:ext>
            </a:extLst>
          </p:cNvPr>
          <p:cNvSpPr txBox="1"/>
          <p:nvPr/>
        </p:nvSpPr>
        <p:spPr>
          <a:xfrm>
            <a:off x="2453868" y="2271668"/>
            <a:ext cx="16359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BEBF5-8C8F-B87E-9172-8FEBAF8CBE56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D7EF3-B6C8-E385-C26D-01AAEC212BE2}"/>
              </a:ext>
            </a:extLst>
          </p:cNvPr>
          <p:cNvSpPr txBox="1"/>
          <p:nvPr/>
        </p:nvSpPr>
        <p:spPr>
          <a:xfrm>
            <a:off x="1427136" y="284430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E978E-1C65-91F8-59A8-31458A3EEE6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14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6921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F3CA-3F33-4008-2D94-45E7DBC5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B0316A-79ED-00E2-AD3C-47EA7BF2B623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DE30C7-A5C9-6F18-DDB7-73D72F88D85C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0E7000C-D05A-B8A1-73F3-2E53365A4192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9ACF8AA-45B3-6F4E-F472-C4BCF3AEC6DA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941E5216-A328-723B-C039-F27B82BFC03A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A96C9-C27D-9DE6-88DF-B81AA3BC8417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E6ACCA-C64F-3ABF-D611-83E894B9F1E1}"/>
              </a:ext>
            </a:extLst>
          </p:cNvPr>
          <p:cNvCxnSpPr>
            <a:cxnSpLocks/>
          </p:cNvCxnSpPr>
          <p:nvPr/>
        </p:nvCxnSpPr>
        <p:spPr>
          <a:xfrm>
            <a:off x="1867720" y="3376048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C8C29B-0F1F-66A9-42E8-6BA88FBA5B20}"/>
              </a:ext>
            </a:extLst>
          </p:cNvPr>
          <p:cNvCxnSpPr>
            <a:cxnSpLocks/>
          </p:cNvCxnSpPr>
          <p:nvPr/>
        </p:nvCxnSpPr>
        <p:spPr>
          <a:xfrm>
            <a:off x="1867720" y="3461577"/>
            <a:ext cx="19827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9966D-B26F-7921-5767-ECCE8C4567E4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243828-3A86-B9BC-7F05-27956C32AC48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68BD1B6-001E-9E1F-875D-AA041027BBA3}"/>
              </a:ext>
            </a:extLst>
          </p:cNvPr>
          <p:cNvSpPr/>
          <p:nvPr/>
        </p:nvSpPr>
        <p:spPr>
          <a:xfrm>
            <a:off x="1754414" y="3337190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216B85-AE5B-E368-D013-A8CBD055BC7A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11A9CBD-859F-B776-CAEF-5B8744E88CE9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BE8DB6-752E-E9B4-14F0-B69C72AED990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0DCC8-FAF3-4C85-052C-2359CB151F65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9AC803-C12D-AC2A-EBFB-49718A2A275B}"/>
              </a:ext>
            </a:extLst>
          </p:cNvPr>
          <p:cNvSpPr txBox="1"/>
          <p:nvPr/>
        </p:nvSpPr>
        <p:spPr>
          <a:xfrm>
            <a:off x="32938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 err="1"/>
              <a:t>Beginning</a:t>
            </a:r>
            <a:r>
              <a:rPr lang="nl-NL" sz="1350" b="1" dirty="0"/>
              <a:t> of treatment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0B8F9-1719-5898-7166-350520053931}"/>
              </a:ext>
            </a:extLst>
          </p:cNvPr>
          <p:cNvSpPr txBox="1"/>
          <p:nvPr/>
        </p:nvSpPr>
        <p:spPr>
          <a:xfrm>
            <a:off x="2453868" y="2271668"/>
            <a:ext cx="16359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EB003B-2F47-9419-E631-F94E9DC4C71E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B8466B-86DD-E695-C176-9EA6F06B7254}"/>
              </a:ext>
            </a:extLst>
          </p:cNvPr>
          <p:cNvSpPr txBox="1"/>
          <p:nvPr/>
        </p:nvSpPr>
        <p:spPr>
          <a:xfrm>
            <a:off x="1427136" y="284430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3A89D-E8C8-B31C-97F9-60D1EFC2E8C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206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0695-87A0-F221-4AF8-A354A4D1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1879ADF-B12B-634D-6818-443C1734A05D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99961F-DA57-D83E-E299-ED4D3117BF78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8EBB59A-AE92-D802-ABA0-738AE67FC773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EC14184-A63E-B1F9-603D-7692EF647E6A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BDE2B12-F039-AB56-5594-C50E148CF69A}"/>
              </a:ext>
            </a:extLst>
          </p:cNvPr>
          <p:cNvSpPr/>
          <p:nvPr/>
        </p:nvSpPr>
        <p:spPr>
          <a:xfrm rot="5400000">
            <a:off x="3141692" y="604597"/>
            <a:ext cx="260292" cy="284939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4A16D-3495-B662-A1EB-AC08D3BD89E2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2CFFCB-9F5D-7A51-3B01-4F57D5F8E8FA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018255-14B7-95D2-EAE8-13F8BC065C56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BFD248A-9EB0-589B-0301-B59F38F9F261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834E0BC-65FF-2980-69B7-F9835522A96D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37D0DD-E9B7-B6E2-F966-052400B02E74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7A5473-8B62-15CA-0BCE-95988E98119B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A8FE4-EA82-1178-0158-F0530D2BC538}"/>
              </a:ext>
            </a:extLst>
          </p:cNvPr>
          <p:cNvSpPr txBox="1"/>
          <p:nvPr/>
        </p:nvSpPr>
        <p:spPr>
          <a:xfrm>
            <a:off x="3407167" y="285803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7BBED0-4E2C-6D97-240C-7B084AF6B22D}"/>
              </a:ext>
            </a:extLst>
          </p:cNvPr>
          <p:cNvSpPr txBox="1"/>
          <p:nvPr/>
        </p:nvSpPr>
        <p:spPr>
          <a:xfrm>
            <a:off x="2453868" y="2271668"/>
            <a:ext cx="16359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E17C2-D191-F9FA-CBBC-FD065FDFB1F6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15E0-06E0-D295-D178-A05B1AD309CC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737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4D5D-B880-66B3-16E8-77C6C357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DF0181-93B7-C83A-134B-B6E219AE56F8}"/>
              </a:ext>
            </a:extLst>
          </p:cNvPr>
          <p:cNvCxnSpPr>
            <a:cxnSpLocks/>
          </p:cNvCxnSpPr>
          <p:nvPr/>
        </p:nvCxnSpPr>
        <p:spPr>
          <a:xfrm>
            <a:off x="1847146" y="150972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ED8A3F-5C8A-B4D6-6198-514392B13B43}"/>
              </a:ext>
            </a:extLst>
          </p:cNvPr>
          <p:cNvCxnSpPr>
            <a:cxnSpLocks/>
          </p:cNvCxnSpPr>
          <p:nvPr/>
        </p:nvCxnSpPr>
        <p:spPr>
          <a:xfrm>
            <a:off x="1847146" y="1625333"/>
            <a:ext cx="28493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37383AF-C9EF-50B6-2DD5-E5298D087E78}"/>
              </a:ext>
            </a:extLst>
          </p:cNvPr>
          <p:cNvSpPr/>
          <p:nvPr/>
        </p:nvSpPr>
        <p:spPr>
          <a:xfrm>
            <a:off x="1733840" y="1500946"/>
            <a:ext cx="226610" cy="2206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FE25862-925B-8A69-2030-134A0197B2EC}"/>
              </a:ext>
            </a:extLst>
          </p:cNvPr>
          <p:cNvSpPr/>
          <p:nvPr/>
        </p:nvSpPr>
        <p:spPr>
          <a:xfrm>
            <a:off x="4562362" y="1489020"/>
            <a:ext cx="268352" cy="244492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1D972-5B70-BCF8-E4DB-AD6FC64CB598}"/>
              </a:ext>
            </a:extLst>
          </p:cNvPr>
          <p:cNvSpPr txBox="1"/>
          <p:nvPr/>
        </p:nvSpPr>
        <p:spPr>
          <a:xfrm>
            <a:off x="4139987" y="936114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89F407-3B2C-4783-E421-33BF4449E606}"/>
              </a:ext>
            </a:extLst>
          </p:cNvPr>
          <p:cNvCxnSpPr>
            <a:cxnSpLocks/>
          </p:cNvCxnSpPr>
          <p:nvPr/>
        </p:nvCxnSpPr>
        <p:spPr>
          <a:xfrm>
            <a:off x="3850420" y="3386772"/>
            <a:ext cx="0" cy="171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0633D8-1917-F1BE-8A80-BCF28DBE89C5}"/>
              </a:ext>
            </a:extLst>
          </p:cNvPr>
          <p:cNvCxnSpPr>
            <a:cxnSpLocks/>
          </p:cNvCxnSpPr>
          <p:nvPr/>
        </p:nvCxnSpPr>
        <p:spPr>
          <a:xfrm>
            <a:off x="3850420" y="3461577"/>
            <a:ext cx="28704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D5BBE9D-7204-A6FE-676B-E95376FED886}"/>
              </a:ext>
            </a:extLst>
          </p:cNvPr>
          <p:cNvSpPr/>
          <p:nvPr/>
        </p:nvSpPr>
        <p:spPr>
          <a:xfrm>
            <a:off x="3737123" y="3356689"/>
            <a:ext cx="226595" cy="231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172DD4F-CD7F-C80C-7E04-DF18B5E8EA34}"/>
              </a:ext>
            </a:extLst>
          </p:cNvPr>
          <p:cNvSpPr/>
          <p:nvPr/>
        </p:nvSpPr>
        <p:spPr>
          <a:xfrm>
            <a:off x="6586664" y="3332697"/>
            <a:ext cx="268352" cy="244492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CA2E05-C3D5-054A-70FC-23CC9C4C6B10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related</a:t>
            </a:r>
            <a:r>
              <a:rPr lang="nl-NL" sz="4000" b="1" dirty="0"/>
              <a:t> bias</a:t>
            </a:r>
            <a:endParaRPr lang="en-NL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DB3D5-274D-E890-F0FA-849E053C1DE6}"/>
              </a:ext>
            </a:extLst>
          </p:cNvPr>
          <p:cNvSpPr txBox="1"/>
          <p:nvPr/>
        </p:nvSpPr>
        <p:spPr>
          <a:xfrm>
            <a:off x="6163569" y="2745571"/>
            <a:ext cx="1113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350" b="1" dirty="0"/>
              <a:t>End of follow-up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D8490-A7B5-81F7-892D-53E2A2CE41EF}"/>
              </a:ext>
            </a:extLst>
          </p:cNvPr>
          <p:cNvSpPr txBox="1"/>
          <p:nvPr/>
        </p:nvSpPr>
        <p:spPr>
          <a:xfrm>
            <a:off x="3407167" y="2858033"/>
            <a:ext cx="8875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zero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4DFF4-C125-9196-AA0C-63B3D348BD5E}"/>
              </a:ext>
            </a:extLst>
          </p:cNvPr>
          <p:cNvSpPr txBox="1"/>
          <p:nvPr/>
        </p:nvSpPr>
        <p:spPr>
          <a:xfrm>
            <a:off x="3105194" y="948464"/>
            <a:ext cx="3332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b="1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18852-A9D3-1B9F-35C7-82E4D0D67D31}"/>
              </a:ext>
            </a:extLst>
          </p:cNvPr>
          <p:cNvSpPr txBox="1"/>
          <p:nvPr/>
        </p:nvSpPr>
        <p:spPr>
          <a:xfrm>
            <a:off x="1427136" y="1039988"/>
            <a:ext cx="8400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 err="1"/>
              <a:t>Eligibility</a:t>
            </a:r>
            <a:endParaRPr lang="nl-NL" sz="135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07995-343A-4591-BCA7-249329CA0A67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1317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BB01-1063-7C1C-B447-06364C1B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0CD1C1-EC58-B5D8-F700-BD8E5DD3DF9C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38D885-2F7F-57CA-24F6-EBC6A8D8F6C6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758E89-6B2C-A576-0420-5921EFCC5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b="1765"/>
          <a:stretch>
            <a:fillRect/>
          </a:stretch>
        </p:blipFill>
        <p:spPr>
          <a:xfrm>
            <a:off x="2435777" y="4456855"/>
            <a:ext cx="4272445" cy="346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09A5D-9877-5E5D-2490-2212C47DA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2309"/>
            <a:ext cx="3045600" cy="2030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B7A3F8-5B6E-FAA6-6497-2572A298095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0451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4DB8-FB60-B745-B501-6C94BB3C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457D2D-F2F6-5A5E-C6B2-B2D65B616E7B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600EEE-8AC2-3635-EBC6-E11FE4E19486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8B8CF-C0CA-6633-E812-F52C34C735A0}"/>
              </a:ext>
            </a:extLst>
          </p:cNvPr>
          <p:cNvSpPr txBox="1"/>
          <p:nvPr/>
        </p:nvSpPr>
        <p:spPr>
          <a:xfrm>
            <a:off x="3214544" y="1339527"/>
            <a:ext cx="251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Time </a:t>
            </a:r>
            <a:r>
              <a:rPr lang="nl-NL" sz="1500" b="1" dirty="0" err="1"/>
              <a:t>since</a:t>
            </a:r>
            <a:r>
              <a:rPr lang="nl-NL" sz="1500" b="1" dirty="0"/>
              <a:t> </a:t>
            </a:r>
            <a:r>
              <a:rPr lang="nl-NL" sz="1500" b="1" dirty="0" err="1"/>
              <a:t>eligibility</a:t>
            </a:r>
            <a:r>
              <a:rPr lang="nl-NL" sz="1500" b="1" dirty="0"/>
              <a:t> timeline</a:t>
            </a:r>
            <a:endParaRPr lang="en-NL" sz="15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7FA272-9C4A-93BA-238A-483335CA3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b="1765"/>
          <a:stretch>
            <a:fillRect/>
          </a:stretch>
        </p:blipFill>
        <p:spPr>
          <a:xfrm>
            <a:off x="2435777" y="4456855"/>
            <a:ext cx="4272445" cy="346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33C21-581E-9532-24A5-4473EA7EE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2309"/>
            <a:ext cx="3045600" cy="203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D5033E-7361-54F5-D345-58458AA84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199" y="1642309"/>
            <a:ext cx="3045600" cy="2030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2F1373-2B35-6DB8-783C-51638EFAD26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19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864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A9D8-2B66-1070-C714-ABF00F73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59D24-73AB-F065-406C-6E67C23C0FEE}"/>
              </a:ext>
            </a:extLst>
          </p:cNvPr>
          <p:cNvSpPr txBox="1"/>
          <p:nvPr/>
        </p:nvSpPr>
        <p:spPr>
          <a:xfrm>
            <a:off x="167054" y="1339527"/>
            <a:ext cx="20156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Database timeline</a:t>
            </a:r>
            <a:endParaRPr lang="en-NL" sz="1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58035-432B-806F-AFF4-46698FA8F843}"/>
              </a:ext>
            </a:extLst>
          </p:cNvPr>
          <p:cNvSpPr txBox="1"/>
          <p:nvPr/>
        </p:nvSpPr>
        <p:spPr>
          <a:xfrm>
            <a:off x="6273025" y="1339527"/>
            <a:ext cx="23236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/>
              <a:t>Re-</a:t>
            </a:r>
            <a:r>
              <a:rPr lang="nl-NL" sz="1500" b="1" err="1"/>
              <a:t>definition</a:t>
            </a:r>
            <a:r>
              <a:rPr lang="nl-NL" sz="1500" b="1"/>
              <a:t> of time </a:t>
            </a:r>
            <a:r>
              <a:rPr lang="nl-NL" sz="1500" b="1" err="1"/>
              <a:t>axis</a:t>
            </a:r>
            <a:endParaRPr lang="en-NL" sz="1500" b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C2F4EB-4A04-81D3-06D0-C4C6CF14E5DE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Time </a:t>
            </a:r>
            <a:r>
              <a:rPr lang="nl-NL" sz="4000" b="1" dirty="0" err="1"/>
              <a:t>alignment</a:t>
            </a:r>
            <a:endParaRPr lang="en-NL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CEFF2-5A51-D401-5B0C-4E6780C7CB6B}"/>
              </a:ext>
            </a:extLst>
          </p:cNvPr>
          <p:cNvSpPr txBox="1"/>
          <p:nvPr/>
        </p:nvSpPr>
        <p:spPr>
          <a:xfrm>
            <a:off x="3214544" y="1339527"/>
            <a:ext cx="251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b="1" dirty="0"/>
              <a:t>Time </a:t>
            </a:r>
            <a:r>
              <a:rPr lang="nl-NL" sz="1500" b="1" dirty="0" err="1"/>
              <a:t>since</a:t>
            </a:r>
            <a:r>
              <a:rPr lang="nl-NL" sz="1500" b="1" dirty="0"/>
              <a:t> </a:t>
            </a:r>
            <a:r>
              <a:rPr lang="nl-NL" sz="1500" b="1" dirty="0" err="1"/>
              <a:t>eligibility</a:t>
            </a:r>
            <a:r>
              <a:rPr lang="nl-NL" sz="1500" b="1" dirty="0"/>
              <a:t> timeline</a:t>
            </a:r>
            <a:endParaRPr lang="en-NL" sz="15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9DC310-8A55-3A38-3DCD-D622615ED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b="1765"/>
          <a:stretch>
            <a:fillRect/>
          </a:stretch>
        </p:blipFill>
        <p:spPr>
          <a:xfrm>
            <a:off x="2435777" y="4456855"/>
            <a:ext cx="4272445" cy="346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614E3B-2A60-0F0C-CBA5-DEB3E7361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2309"/>
            <a:ext cx="3045600" cy="203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ADACC-03AE-9683-44CE-7A5A28741B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199" y="1642309"/>
            <a:ext cx="3045600" cy="2030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789EA2-1AD8-B447-9D12-0BDE02E05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799" y="1642309"/>
            <a:ext cx="3045600" cy="2030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F8C23-0E4A-8DE0-F319-66890160AFC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20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6666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E409-4CBC-015A-12C8-A96BD16B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812D30-45D7-9370-1A84-535160B70FB4}"/>
              </a:ext>
            </a:extLst>
          </p:cNvPr>
          <p:cNvSpPr/>
          <p:nvPr/>
        </p:nvSpPr>
        <p:spPr>
          <a:xfrm>
            <a:off x="640747" y="1412091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8DC8C-8CAC-7A04-43D3-5B4E86B9AF07}"/>
              </a:ext>
            </a:extLst>
          </p:cNvPr>
          <p:cNvSpPr/>
          <p:nvPr/>
        </p:nvSpPr>
        <p:spPr>
          <a:xfrm>
            <a:off x="640747" y="2486513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8F3BC5-86E3-47EE-6D34-C78B5F054FE4}"/>
              </a:ext>
            </a:extLst>
          </p:cNvPr>
          <p:cNvSpPr/>
          <p:nvPr/>
        </p:nvSpPr>
        <p:spPr>
          <a:xfrm>
            <a:off x="640747" y="1969678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19B00-AF09-9E6F-6EC4-6326CDB903A8}"/>
              </a:ext>
            </a:extLst>
          </p:cNvPr>
          <p:cNvSpPr txBox="1"/>
          <p:nvPr/>
        </p:nvSpPr>
        <p:spPr>
          <a:xfrm>
            <a:off x="806532" y="1156836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325791-8C57-00CA-BE7B-BA4DAAAC6FC4}"/>
              </a:ext>
            </a:extLst>
          </p:cNvPr>
          <p:cNvSpPr txBox="1"/>
          <p:nvPr/>
        </p:nvSpPr>
        <p:spPr>
          <a:xfrm>
            <a:off x="806532" y="1730021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2F5284-1B85-0BBE-F5B3-71231152307D}"/>
              </a:ext>
            </a:extLst>
          </p:cNvPr>
          <p:cNvSpPr txBox="1"/>
          <p:nvPr/>
        </p:nvSpPr>
        <p:spPr>
          <a:xfrm>
            <a:off x="806532" y="2246677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d=1; t=4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B1E58E-D93C-B41A-0369-D85AB82882C9}"/>
              </a:ext>
            </a:extLst>
          </p:cNvPr>
          <p:cNvSpPr/>
          <p:nvPr/>
        </p:nvSpPr>
        <p:spPr>
          <a:xfrm>
            <a:off x="1896855" y="1968069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03B2A1-3FEA-29E8-5EFF-30717EBDFBB8}"/>
              </a:ext>
            </a:extLst>
          </p:cNvPr>
          <p:cNvSpPr txBox="1"/>
          <p:nvPr/>
        </p:nvSpPr>
        <p:spPr>
          <a:xfrm>
            <a:off x="2062640" y="1726319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4B8BB-D665-56C4-2325-FF31A94A13C7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09DED-0DED-51C9-D0A9-21E63D1B7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r="47811" b="2470"/>
          <a:stretch>
            <a:fillRect/>
          </a:stretch>
        </p:blipFill>
        <p:spPr>
          <a:xfrm>
            <a:off x="429317" y="3047506"/>
            <a:ext cx="1649349" cy="321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776856-AACB-3807-DF86-B06849B24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9" t="89327" r="1575" b="2470"/>
          <a:stretch>
            <a:fillRect/>
          </a:stretch>
        </p:blipFill>
        <p:spPr>
          <a:xfrm>
            <a:off x="429317" y="3405547"/>
            <a:ext cx="2317259" cy="300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16FD3A-639C-821C-4DA0-656DB8DFAB01}"/>
              </a:ext>
            </a:extLst>
          </p:cNvPr>
          <p:cNvSpPr txBox="1"/>
          <p:nvPr/>
        </p:nvSpPr>
        <p:spPr>
          <a:xfrm>
            <a:off x="247506" y="3986030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103B5-9E95-4CE8-18E5-52CD37ECABD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21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673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16419-30F9-5E82-6C35-C356AC7F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A5A0AC0-D286-4368-8F55-B5F4403A5986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326B36-6175-2B37-C00A-B838C4C59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73793-257A-BC1F-E31F-138F6D5428F6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6593E-AE0D-3323-328D-856C3BC8AD4A}"/>
              </a:ext>
            </a:extLst>
          </p:cNvPr>
          <p:cNvSpPr/>
          <p:nvPr/>
        </p:nvSpPr>
        <p:spPr>
          <a:xfrm>
            <a:off x="640747" y="1412091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09BAF-7467-0B16-64DC-8A7458472900}"/>
              </a:ext>
            </a:extLst>
          </p:cNvPr>
          <p:cNvSpPr/>
          <p:nvPr/>
        </p:nvSpPr>
        <p:spPr>
          <a:xfrm>
            <a:off x="640747" y="2486513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8A9319-F12E-F62F-602B-FDEAF582B5FB}"/>
              </a:ext>
            </a:extLst>
          </p:cNvPr>
          <p:cNvSpPr/>
          <p:nvPr/>
        </p:nvSpPr>
        <p:spPr>
          <a:xfrm>
            <a:off x="640747" y="1969678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79AEE7-F7B4-B977-EC04-E7521516CF10}"/>
              </a:ext>
            </a:extLst>
          </p:cNvPr>
          <p:cNvSpPr txBox="1"/>
          <p:nvPr/>
        </p:nvSpPr>
        <p:spPr>
          <a:xfrm>
            <a:off x="806532" y="1156836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227558-9D58-EF73-0F18-6DF24509B7E2}"/>
              </a:ext>
            </a:extLst>
          </p:cNvPr>
          <p:cNvSpPr txBox="1"/>
          <p:nvPr/>
        </p:nvSpPr>
        <p:spPr>
          <a:xfrm>
            <a:off x="806532" y="1730021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89B63-3E2A-E5FE-D355-F41FC350338A}"/>
              </a:ext>
            </a:extLst>
          </p:cNvPr>
          <p:cNvSpPr txBox="1"/>
          <p:nvPr/>
        </p:nvSpPr>
        <p:spPr>
          <a:xfrm>
            <a:off x="806532" y="2246677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d=1; t=4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D10AFD-06EF-30E7-78CD-96B940AD99C4}"/>
              </a:ext>
            </a:extLst>
          </p:cNvPr>
          <p:cNvSpPr/>
          <p:nvPr/>
        </p:nvSpPr>
        <p:spPr>
          <a:xfrm>
            <a:off x="1896855" y="1968069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79FC23-1F54-9595-6BF0-EE109A5C16C8}"/>
              </a:ext>
            </a:extLst>
          </p:cNvPr>
          <p:cNvSpPr txBox="1"/>
          <p:nvPr/>
        </p:nvSpPr>
        <p:spPr>
          <a:xfrm>
            <a:off x="2062640" y="1726319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D79C-0FFA-8464-FF4C-86E2FCCC8671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6EBB1-245E-52AF-C285-19101AC6C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r="47811" b="2470"/>
          <a:stretch>
            <a:fillRect/>
          </a:stretch>
        </p:blipFill>
        <p:spPr>
          <a:xfrm>
            <a:off x="429317" y="3047506"/>
            <a:ext cx="1649349" cy="321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E6C29-95E5-3A9D-60D9-0935AB310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9" t="89327" r="1575" b="2470"/>
          <a:stretch>
            <a:fillRect/>
          </a:stretch>
        </p:blipFill>
        <p:spPr>
          <a:xfrm>
            <a:off x="429317" y="3405547"/>
            <a:ext cx="2317259" cy="300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481BBA-1802-531A-ECAF-C437C1463CC4}"/>
              </a:ext>
            </a:extLst>
          </p:cNvPr>
          <p:cNvSpPr txBox="1"/>
          <p:nvPr/>
        </p:nvSpPr>
        <p:spPr>
          <a:xfrm>
            <a:off x="247506" y="3986030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A575AD-C3A4-B943-D661-2694E71A2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229949"/>
            <a:ext cx="2478600" cy="1652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77C901-3811-196E-E9D7-FE6639468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228617"/>
            <a:ext cx="2478600" cy="1652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54282-A541-26DF-AA38-138BDFE719A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22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9687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C78F-4B0D-2EE6-8ED5-1DD00024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AA54A6A-CE8A-9E32-8349-93651754DC1A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B76578-5B38-6415-0AED-14413D335F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DCBEB-3ACF-AFCF-4877-48A5C24C7BA7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F15BF-F88E-993C-0134-22E14BF7DDAD}"/>
              </a:ext>
            </a:extLst>
          </p:cNvPr>
          <p:cNvSpPr/>
          <p:nvPr/>
        </p:nvSpPr>
        <p:spPr>
          <a:xfrm>
            <a:off x="640747" y="1412091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B91B92-2CC5-0260-FA8D-E01FEFD4EFD0}"/>
              </a:ext>
            </a:extLst>
          </p:cNvPr>
          <p:cNvSpPr/>
          <p:nvPr/>
        </p:nvSpPr>
        <p:spPr>
          <a:xfrm>
            <a:off x="640747" y="2486513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FF01D8-07CF-8E39-10F8-B70621C7EFDD}"/>
              </a:ext>
            </a:extLst>
          </p:cNvPr>
          <p:cNvSpPr/>
          <p:nvPr/>
        </p:nvSpPr>
        <p:spPr>
          <a:xfrm>
            <a:off x="640747" y="1969678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B01900-2E1D-F4AE-5749-AEC032F01686}"/>
              </a:ext>
            </a:extLst>
          </p:cNvPr>
          <p:cNvSpPr txBox="1"/>
          <p:nvPr/>
        </p:nvSpPr>
        <p:spPr>
          <a:xfrm>
            <a:off x="806532" y="1156836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18ECB9-7C52-B505-0714-A5861177D562}"/>
              </a:ext>
            </a:extLst>
          </p:cNvPr>
          <p:cNvSpPr txBox="1"/>
          <p:nvPr/>
        </p:nvSpPr>
        <p:spPr>
          <a:xfrm>
            <a:off x="806532" y="1730021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38A6BB-39A9-2B48-92E5-EE790A6339B1}"/>
              </a:ext>
            </a:extLst>
          </p:cNvPr>
          <p:cNvSpPr txBox="1"/>
          <p:nvPr/>
        </p:nvSpPr>
        <p:spPr>
          <a:xfrm>
            <a:off x="806532" y="2246677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d=1; t=4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A322E2-9166-D4F9-9E85-EA5608782766}"/>
              </a:ext>
            </a:extLst>
          </p:cNvPr>
          <p:cNvSpPr/>
          <p:nvPr/>
        </p:nvSpPr>
        <p:spPr>
          <a:xfrm>
            <a:off x="1896855" y="1968069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665F82-4EAD-63FA-8A67-FDFD3D519E81}"/>
              </a:ext>
            </a:extLst>
          </p:cNvPr>
          <p:cNvSpPr txBox="1"/>
          <p:nvPr/>
        </p:nvSpPr>
        <p:spPr>
          <a:xfrm>
            <a:off x="2062640" y="1726319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D51B5-42F6-F684-19AE-5BD051597D76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2BB93-6498-932D-B002-E590713D1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r="47811" b="2470"/>
          <a:stretch>
            <a:fillRect/>
          </a:stretch>
        </p:blipFill>
        <p:spPr>
          <a:xfrm>
            <a:off x="429317" y="3047506"/>
            <a:ext cx="1649349" cy="321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3ECB2-8438-EC2F-268D-0CA468FAA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9" t="89327" r="1575" b="2470"/>
          <a:stretch>
            <a:fillRect/>
          </a:stretch>
        </p:blipFill>
        <p:spPr>
          <a:xfrm>
            <a:off x="429317" y="3405547"/>
            <a:ext cx="2317259" cy="300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B1133E-E9E3-5977-AF21-94E69F736356}"/>
              </a:ext>
            </a:extLst>
          </p:cNvPr>
          <p:cNvSpPr txBox="1"/>
          <p:nvPr/>
        </p:nvSpPr>
        <p:spPr>
          <a:xfrm>
            <a:off x="247506" y="3986030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211964-4149-1C74-D749-699C07A50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229949"/>
            <a:ext cx="2478600" cy="1652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2CDC06A-DD76-5876-943B-2F269DA8E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228617"/>
            <a:ext cx="2478600" cy="1652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5AE7CC5-E4B5-277E-A40C-C6E355B3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1860525"/>
            <a:ext cx="2478600" cy="1652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E848833-E9AA-1EF9-F944-5A8E04E56B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1860525"/>
            <a:ext cx="2478600" cy="1652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AFC789-DEBE-45F8-7ED8-B78568522E01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23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999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A40A-70AB-B253-1B2B-E35289C9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9AB47D3-5868-01F0-6A3B-B10E190B4DA4}"/>
              </a:ext>
            </a:extLst>
          </p:cNvPr>
          <p:cNvSpPr txBox="1"/>
          <p:nvPr/>
        </p:nvSpPr>
        <p:spPr>
          <a:xfrm>
            <a:off x="6495347" y="0"/>
            <a:ext cx="23236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Re-</a:t>
            </a:r>
            <a:r>
              <a:rPr lang="nl-NL" sz="1350" b="1" dirty="0" err="1"/>
              <a:t>definition</a:t>
            </a:r>
            <a:r>
              <a:rPr lang="nl-NL" sz="1350" b="1" dirty="0"/>
              <a:t> of time </a:t>
            </a:r>
            <a:r>
              <a:rPr lang="nl-NL" sz="1350" b="1" dirty="0" err="1"/>
              <a:t>axis</a:t>
            </a:r>
            <a:endParaRPr lang="en-NL" sz="135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3D4957-32B6-3E84-CA01-5CA35725E1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87982" y="0"/>
            <a:ext cx="630382" cy="561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D5CC4F-5BCD-96D4-F464-B6585449D44F}"/>
              </a:ext>
            </a:extLst>
          </p:cNvPr>
          <p:cNvSpPr txBox="1"/>
          <p:nvPr/>
        </p:nvSpPr>
        <p:spPr>
          <a:xfrm>
            <a:off x="3805264" y="0"/>
            <a:ext cx="20156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Time </a:t>
            </a:r>
            <a:r>
              <a:rPr lang="nl-NL" sz="1350" b="1" dirty="0" err="1"/>
              <a:t>alignment</a:t>
            </a:r>
            <a:endParaRPr lang="en-NL" sz="13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99CCD-9657-F9F0-E590-FE0B5F278104}"/>
              </a:ext>
            </a:extLst>
          </p:cNvPr>
          <p:cNvSpPr/>
          <p:nvPr/>
        </p:nvSpPr>
        <p:spPr>
          <a:xfrm>
            <a:off x="640747" y="1412091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4E87CB-3092-F214-D354-186E25A41538}"/>
              </a:ext>
            </a:extLst>
          </p:cNvPr>
          <p:cNvSpPr/>
          <p:nvPr/>
        </p:nvSpPr>
        <p:spPr>
          <a:xfrm>
            <a:off x="640747" y="2486513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327E99-9EC9-38D4-801E-E9661C9713D9}"/>
              </a:ext>
            </a:extLst>
          </p:cNvPr>
          <p:cNvSpPr/>
          <p:nvPr/>
        </p:nvSpPr>
        <p:spPr>
          <a:xfrm>
            <a:off x="640747" y="1969678"/>
            <a:ext cx="219456" cy="220649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D80898-77BA-8D48-7C7F-10A4A4BBBC35}"/>
              </a:ext>
            </a:extLst>
          </p:cNvPr>
          <p:cNvSpPr txBox="1"/>
          <p:nvPr/>
        </p:nvSpPr>
        <p:spPr>
          <a:xfrm>
            <a:off x="806532" y="1156836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d=5; t=4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74DEC-8E88-8DB2-D1AB-65DECD036E49}"/>
              </a:ext>
            </a:extLst>
          </p:cNvPr>
          <p:cNvSpPr txBox="1"/>
          <p:nvPr/>
        </p:nvSpPr>
        <p:spPr>
          <a:xfrm>
            <a:off x="806532" y="1730021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d=3; t=4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56A561-2C47-ADF3-3D8E-024927369E14}"/>
              </a:ext>
            </a:extLst>
          </p:cNvPr>
          <p:cNvSpPr txBox="1"/>
          <p:nvPr/>
        </p:nvSpPr>
        <p:spPr>
          <a:xfrm>
            <a:off x="806532" y="2246677"/>
            <a:ext cx="9245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d=1; t=4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7858D7-68AB-DFA9-613D-45795B1EDFBB}"/>
              </a:ext>
            </a:extLst>
          </p:cNvPr>
          <p:cNvSpPr/>
          <p:nvPr/>
        </p:nvSpPr>
        <p:spPr>
          <a:xfrm>
            <a:off x="1896855" y="1968069"/>
            <a:ext cx="219456" cy="220649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D02AF2-A27B-276F-96FC-A9B7D0C3C046}"/>
              </a:ext>
            </a:extLst>
          </p:cNvPr>
          <p:cNvSpPr txBox="1"/>
          <p:nvPr/>
        </p:nvSpPr>
        <p:spPr>
          <a:xfrm>
            <a:off x="2062640" y="1726319"/>
            <a:ext cx="781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/>
              <a:t>d=6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8B097-B329-D622-1A13-A63728858AB4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B692D-A6C3-71E7-4B54-7B100C54B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r="47811" b="2470"/>
          <a:stretch>
            <a:fillRect/>
          </a:stretch>
        </p:blipFill>
        <p:spPr>
          <a:xfrm>
            <a:off x="429317" y="3047506"/>
            <a:ext cx="1649349" cy="321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03003-F87B-7B37-5645-DBAAC9671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89" t="89327" r="1575" b="2470"/>
          <a:stretch>
            <a:fillRect/>
          </a:stretch>
        </p:blipFill>
        <p:spPr>
          <a:xfrm>
            <a:off x="429317" y="3405547"/>
            <a:ext cx="2317259" cy="300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E19921-EB50-BA6E-7963-CB1C4A5D819E}"/>
              </a:ext>
            </a:extLst>
          </p:cNvPr>
          <p:cNvSpPr txBox="1"/>
          <p:nvPr/>
        </p:nvSpPr>
        <p:spPr>
          <a:xfrm>
            <a:off x="247506" y="3986030"/>
            <a:ext cx="29421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50" b="1" dirty="0"/>
              <a:t>d=time </a:t>
            </a:r>
            <a:r>
              <a:rPr lang="nl-NL" sz="1350" b="1" dirty="0" err="1"/>
              <a:t>since</a:t>
            </a:r>
            <a:r>
              <a:rPr lang="nl-NL" sz="1350" b="1" dirty="0"/>
              <a:t> </a:t>
            </a:r>
            <a:r>
              <a:rPr lang="nl-NL" sz="1350" b="1" dirty="0" err="1"/>
              <a:t>eligibility</a:t>
            </a:r>
            <a:r>
              <a:rPr lang="nl-NL" sz="1350" b="1" dirty="0"/>
              <a:t>; t=time in trial</a:t>
            </a:r>
            <a:endParaRPr lang="en-NL" sz="135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1FE146-8D7C-D939-3D89-F8EC40C40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229949"/>
            <a:ext cx="2478600" cy="1652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3F4661B-25DB-227B-2B8C-3985C3735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228617"/>
            <a:ext cx="2478600" cy="1652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9F1E44-19B7-756D-BBAC-9725947FF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1860525"/>
            <a:ext cx="2478600" cy="1652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389D6B9-0F54-5D52-739A-E4F360F2FD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1860525"/>
            <a:ext cx="2478600" cy="1652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FB7E6E1-F6B1-7539-07AC-494C02AD62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14" y="3491100"/>
            <a:ext cx="2478600" cy="1652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5B74E21-F505-96F8-6439-2B108C5126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894" y="3491100"/>
            <a:ext cx="2478600" cy="16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0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A298-B53D-6BF7-C317-B9A4A8C2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itHub Logo, Git Hub Icon On White Background 16833872 Vector Art at  Vecteezy">
            <a:extLst>
              <a:ext uri="{FF2B5EF4-FFF2-40B4-BE49-F238E27FC236}">
                <a16:creationId xmlns:a16="http://schemas.microsoft.com/office/drawing/2014/main" id="{02685338-CF02-EBC0-F0F3-AC8AFF9D4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18"/>
          <a:stretch>
            <a:fillRect/>
          </a:stretch>
        </p:blipFill>
        <p:spPr bwMode="auto">
          <a:xfrm>
            <a:off x="1" y="4475899"/>
            <a:ext cx="605940" cy="66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C4894C-2B2D-45B5-B50D-1E0C0CBF0113}"/>
              </a:ext>
            </a:extLst>
          </p:cNvPr>
          <p:cNvSpPr txBox="1"/>
          <p:nvPr/>
        </p:nvSpPr>
        <p:spPr>
          <a:xfrm>
            <a:off x="605941" y="4687571"/>
            <a:ext cx="28561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>
                <a:hlinkClick r:id="rId3"/>
              </a:rPr>
              <a:t>egonzato</a:t>
            </a:r>
            <a:r>
              <a:rPr lang="en-US" sz="1350" dirty="0">
                <a:hlinkClick r:id="rId3"/>
              </a:rPr>
              <a:t>/</a:t>
            </a:r>
            <a:r>
              <a:rPr lang="en-US" sz="1350" dirty="0" err="1">
                <a:hlinkClick r:id="rId3"/>
              </a:rPr>
              <a:t>visualising_km_matching</a:t>
            </a:r>
            <a:endParaRPr lang="en-NL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8075E-9CF3-4AD0-EF84-2062D64F5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43000"/>
            <a:ext cx="3571875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F99EC4-FF64-7ABD-D4BC-1798B1055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1" y="1022763"/>
            <a:ext cx="3571875" cy="285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06A679-AE1D-59CE-C41B-813B48E0392F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b="1" dirty="0"/>
              <a:t>Matching procedure</a:t>
            </a:r>
            <a:endParaRPr lang="en-NL" sz="32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50A09C-887E-A631-2BFC-91AA1085E821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25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3352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93A0-B496-DB72-9365-51970C1B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DE556-D01A-B6DC-5786-82B02258B5A2}"/>
              </a:ext>
            </a:extLst>
          </p:cNvPr>
          <p:cNvSpPr txBox="1"/>
          <p:nvPr/>
        </p:nvSpPr>
        <p:spPr>
          <a:xfrm>
            <a:off x="1614739" y="1417588"/>
            <a:ext cx="591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9CD868-38FC-A8BC-1123-20B064A2AF0A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2F0B45-C7D9-DF49-950B-F609594AC67B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26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0579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AB53-2385-09FA-2AE7-B8C47773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8619E-DEB4-E034-C667-A3D2A224F8C2}"/>
              </a:ext>
            </a:extLst>
          </p:cNvPr>
          <p:cNvSpPr txBox="1"/>
          <p:nvPr/>
        </p:nvSpPr>
        <p:spPr>
          <a:xfrm>
            <a:off x="1614739" y="1417588"/>
            <a:ext cx="59145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For our ATT approach, this alignment is embedded in the </a:t>
            </a:r>
            <a:r>
              <a:rPr lang="en-US"/>
              <a:t>matching procedure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F50F9F-3030-09AA-1341-B0448A8C4A92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CE1AB0-5D40-3617-42B0-21A277D6F6E4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0622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0D6D-5303-735F-2F7E-3D173176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04691-E8A8-E0B9-FA1E-F88D22F11452}"/>
              </a:ext>
            </a:extLst>
          </p:cNvPr>
          <p:cNvSpPr txBox="1"/>
          <p:nvPr/>
        </p:nvSpPr>
        <p:spPr>
          <a:xfrm>
            <a:off x="1614739" y="1417588"/>
            <a:ext cx="59145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 time-to-event endpoints, time alignment for treatment groups is crucial (but not always straightforward)</a:t>
            </a:r>
            <a:br>
              <a:rPr lang="en-US" dirty="0"/>
            </a:b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For our ATT approach, this alignment is embedded in the matching procedure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Matching without replacement inherently results in variability, which should be explored and reported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D48BCF-1D8A-86BB-160D-688739069E23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/>
              <a:t>Bottom line</a:t>
            </a:r>
            <a:endParaRPr lang="en-NL" sz="4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3CCA6-A8FF-E3D0-1253-232AABFA00C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28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956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CE87-E1D4-B303-677C-754ADF4B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DF3EBA9-6DFF-60FE-9F1C-EE9A52FC714F}"/>
              </a:ext>
            </a:extLst>
          </p:cNvPr>
          <p:cNvSpPr txBox="1">
            <a:spLocks/>
          </p:cNvSpPr>
          <p:nvPr/>
        </p:nvSpPr>
        <p:spPr>
          <a:xfrm>
            <a:off x="167054" y="173541"/>
            <a:ext cx="3746855" cy="63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4000" b="1" dirty="0" err="1"/>
              <a:t>Questions</a:t>
            </a:r>
            <a:endParaRPr lang="en-NL" sz="4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8485A-D825-0704-5BBE-43FC68ABDD15}"/>
              </a:ext>
            </a:extLst>
          </p:cNvPr>
          <p:cNvSpPr txBox="1"/>
          <p:nvPr/>
        </p:nvSpPr>
        <p:spPr>
          <a:xfrm>
            <a:off x="1700757" y="1833766"/>
            <a:ext cx="2126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Marjo van der Knaap</a:t>
            </a:r>
          </a:p>
          <a:p>
            <a:r>
              <a:rPr lang="nl-NL" dirty="0"/>
              <a:t>Romy van Voorst</a:t>
            </a:r>
          </a:p>
          <a:p>
            <a:r>
              <a:rPr lang="nl-NL" dirty="0"/>
              <a:t>Rik van Eekelen</a:t>
            </a:r>
          </a:p>
          <a:p>
            <a:r>
              <a:rPr lang="nl-NL" dirty="0"/>
              <a:t>Johannes Berkhof</a:t>
            </a:r>
          </a:p>
          <a:p>
            <a:r>
              <a:rPr lang="nl-NL" dirty="0"/>
              <a:t>Merel Postema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7B033-3B97-C605-FC85-F655C3C656B3}"/>
              </a:ext>
            </a:extLst>
          </p:cNvPr>
          <p:cNvSpPr txBox="1"/>
          <p:nvPr/>
        </p:nvSpPr>
        <p:spPr>
          <a:xfrm>
            <a:off x="5192101" y="1833086"/>
            <a:ext cx="1974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Marjan Steenweg</a:t>
            </a:r>
          </a:p>
          <a:p>
            <a:r>
              <a:rPr lang="nl-NL" dirty="0"/>
              <a:t>Eline Hamilton</a:t>
            </a:r>
          </a:p>
          <a:p>
            <a:r>
              <a:rPr lang="nl-NL" dirty="0"/>
              <a:t>Renate Verbeek</a:t>
            </a:r>
          </a:p>
          <a:p>
            <a:r>
              <a:rPr lang="nl-NL" dirty="0"/>
              <a:t>Marije Voermans</a:t>
            </a:r>
          </a:p>
          <a:p>
            <a:r>
              <a:rPr lang="nl-NL" dirty="0"/>
              <a:t>Nicole Wolf</a:t>
            </a:r>
            <a:endParaRPr lang="en-NL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162EC3C-889E-113C-7DAC-CBF4F9A1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54" y="841614"/>
            <a:ext cx="5507665" cy="830552"/>
          </a:xfrm>
        </p:spPr>
        <p:txBody>
          <a:bodyPr/>
          <a:lstStyle/>
          <a:p>
            <a:r>
              <a:rPr lang="nl-NL" sz="2000" dirty="0" err="1">
                <a:latin typeface="+mn-lt"/>
              </a:rPr>
              <a:t>Thank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you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to</a:t>
            </a:r>
            <a:r>
              <a:rPr lang="nl-NL" sz="2000" dirty="0">
                <a:latin typeface="+mn-lt"/>
              </a:rPr>
              <a:t> </a:t>
            </a:r>
            <a:r>
              <a:rPr lang="nl-NL" sz="2000" dirty="0" err="1">
                <a:latin typeface="+mn-lt"/>
              </a:rPr>
              <a:t>the</a:t>
            </a:r>
            <a:r>
              <a:rPr lang="nl-NL" sz="2000" dirty="0">
                <a:latin typeface="+mn-lt"/>
              </a:rPr>
              <a:t> VWM trial &amp; VWM </a:t>
            </a:r>
            <a:r>
              <a:rPr lang="nl-NL" sz="2000" dirty="0" err="1">
                <a:latin typeface="+mn-lt"/>
              </a:rPr>
              <a:t>registry</a:t>
            </a:r>
            <a:r>
              <a:rPr lang="nl-NL" sz="2000" dirty="0">
                <a:latin typeface="+mn-lt"/>
              </a:rPr>
              <a:t> team: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C142D-8B8C-2001-C58B-C61D4CCB0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508" y="3261008"/>
            <a:ext cx="1882492" cy="1882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0D2C45-539E-25A9-4413-CF7159AF61CA}"/>
              </a:ext>
            </a:extLst>
          </p:cNvPr>
          <p:cNvSpPr txBox="1"/>
          <p:nvPr/>
        </p:nvSpPr>
        <p:spPr>
          <a:xfrm>
            <a:off x="5571600" y="3886610"/>
            <a:ext cx="151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Scan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!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87900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2AE75-93F0-40B3-D82D-3FF2239C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5DB334-35BE-8593-58BA-DE9CFC289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67" y="414057"/>
            <a:ext cx="3051000" cy="203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E2DCDA-112D-5559-3D80-D9D2441C8B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27226" y="42862"/>
            <a:ext cx="593545" cy="4815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360F32-1B6F-8C3E-C782-C57388C1A599}"/>
              </a:ext>
            </a:extLst>
          </p:cNvPr>
          <p:cNvGrpSpPr/>
          <p:nvPr/>
        </p:nvGrpSpPr>
        <p:grpSpPr>
          <a:xfrm>
            <a:off x="1089859" y="-46711"/>
            <a:ext cx="5949208" cy="2800507"/>
            <a:chOff x="1089859" y="-46711"/>
            <a:chExt cx="5949208" cy="280050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FB46BB1-EC94-DBC5-7407-D9E7AE479AA4}"/>
                </a:ext>
              </a:extLst>
            </p:cNvPr>
            <p:cNvGrpSpPr/>
            <p:nvPr/>
          </p:nvGrpSpPr>
          <p:grpSpPr>
            <a:xfrm>
              <a:off x="1089859" y="-46711"/>
              <a:ext cx="5949208" cy="2800507"/>
              <a:chOff x="1089859" y="-46711"/>
              <a:chExt cx="5949208" cy="280050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B72DD-DB5A-5EB4-E3F3-87B5B56D282D}"/>
                  </a:ext>
                </a:extLst>
              </p:cNvPr>
              <p:cNvSpPr txBox="1"/>
              <p:nvPr/>
            </p:nvSpPr>
            <p:spPr>
              <a:xfrm>
                <a:off x="1324634" y="131819"/>
                <a:ext cx="201563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Database timeline</a:t>
                </a:r>
                <a:endParaRPr lang="en-NL" sz="1500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EB3831-E5CC-26E2-01A5-43A4E0D7A3BA}"/>
                  </a:ext>
                </a:extLst>
              </p:cNvPr>
              <p:cNvSpPr txBox="1"/>
              <p:nvPr/>
            </p:nvSpPr>
            <p:spPr>
              <a:xfrm>
                <a:off x="1301733" y="2430631"/>
                <a:ext cx="232369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Re-</a:t>
                </a:r>
                <a:r>
                  <a:rPr lang="nl-NL" sz="1500" b="1" dirty="0" err="1"/>
                  <a:t>definition</a:t>
                </a:r>
                <a:r>
                  <a:rPr lang="nl-NL" sz="1500" b="1" dirty="0"/>
                  <a:t> of time </a:t>
                </a:r>
                <a:r>
                  <a:rPr lang="nl-NL" sz="1500" b="1" dirty="0" err="1"/>
                  <a:t>axis</a:t>
                </a:r>
                <a:endParaRPr lang="en-NL" sz="15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E8A0AA-93F6-BD04-64BE-858DB76A3F4B}"/>
                  </a:ext>
                </a:extLst>
              </p:cNvPr>
              <p:cNvSpPr txBox="1"/>
              <p:nvPr/>
            </p:nvSpPr>
            <p:spPr>
              <a:xfrm>
                <a:off x="4498974" y="131819"/>
                <a:ext cx="254009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Time </a:t>
                </a:r>
                <a:r>
                  <a:rPr lang="nl-NL" sz="1500" b="1" dirty="0" err="1"/>
                  <a:t>since</a:t>
                </a:r>
                <a:r>
                  <a:rPr lang="nl-NL" sz="1500" b="1" dirty="0"/>
                  <a:t> </a:t>
                </a:r>
                <a:r>
                  <a:rPr lang="nl-NL" sz="1500" b="1" dirty="0" err="1"/>
                  <a:t>eligibility</a:t>
                </a:r>
                <a:r>
                  <a:rPr lang="nl-NL" sz="1500" b="1" dirty="0"/>
                  <a:t> timeline</a:t>
                </a:r>
                <a:endParaRPr lang="en-NL" sz="1500" b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058FA3-786F-0539-2261-D634FEACEF6A}"/>
                  </a:ext>
                </a:extLst>
              </p:cNvPr>
              <p:cNvSpPr txBox="1"/>
              <p:nvPr/>
            </p:nvSpPr>
            <p:spPr>
              <a:xfrm>
                <a:off x="1089859" y="-46711"/>
                <a:ext cx="29776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A</a:t>
                </a:r>
                <a:endParaRPr lang="en-NL" sz="15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84BCBB-948D-3FCE-9C80-F91F558FBD0B}"/>
                  </a:ext>
                </a:extLst>
              </p:cNvPr>
              <p:cNvSpPr txBox="1"/>
              <p:nvPr/>
            </p:nvSpPr>
            <p:spPr>
              <a:xfrm>
                <a:off x="4317727" y="-46711"/>
                <a:ext cx="29776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B</a:t>
                </a:r>
                <a:endParaRPr lang="en-NL" sz="1500" b="1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D0D09C-C4D5-E8F2-A58F-1FABBB9CD05E}"/>
                </a:ext>
              </a:extLst>
            </p:cNvPr>
            <p:cNvSpPr txBox="1"/>
            <p:nvPr/>
          </p:nvSpPr>
          <p:spPr>
            <a:xfrm>
              <a:off x="1152850" y="2248585"/>
              <a:ext cx="29776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500" b="1" dirty="0"/>
                <a:t>C</a:t>
              </a:r>
              <a:endParaRPr lang="en-NL" sz="1500" b="1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2D9E14-AF51-7C90-A434-03A6E4D2D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0" t="90172" r="13038" b="3173"/>
          <a:stretch>
            <a:fillRect/>
          </a:stretch>
        </p:blipFill>
        <p:spPr>
          <a:xfrm>
            <a:off x="2604655" y="4853136"/>
            <a:ext cx="3532238" cy="243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513107-8E2B-8FD5-4212-926A0583C2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226" y="413146"/>
            <a:ext cx="3051000" cy="2034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EE8EB7-A68A-6EBF-8803-635F282F1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67" y="2753796"/>
            <a:ext cx="3051000" cy="2034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BC21B-DAD7-A953-38A1-A1421CF52C0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30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7307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C4C3E9-D13E-D1BA-8743-EDF6B2DA2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850" y="454984"/>
            <a:ext cx="3045600" cy="2030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7ADDD0-463E-ECDA-4D68-972A81669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27226" y="42862"/>
            <a:ext cx="689547" cy="667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6C72C3-B788-AC88-356F-DE40BF8F9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173" y="454984"/>
            <a:ext cx="3045600" cy="20304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7E6C774-C89A-0AC7-BE3C-4B394FE6D3D4}"/>
              </a:ext>
            </a:extLst>
          </p:cNvPr>
          <p:cNvGrpSpPr/>
          <p:nvPr/>
        </p:nvGrpSpPr>
        <p:grpSpPr>
          <a:xfrm>
            <a:off x="1089859" y="-46711"/>
            <a:ext cx="5948191" cy="2800507"/>
            <a:chOff x="1089859" y="-46711"/>
            <a:chExt cx="5948191" cy="280050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9C572C9-89D3-15C3-5495-11D51B2CAE84}"/>
                </a:ext>
              </a:extLst>
            </p:cNvPr>
            <p:cNvGrpSpPr/>
            <p:nvPr/>
          </p:nvGrpSpPr>
          <p:grpSpPr>
            <a:xfrm>
              <a:off x="1089859" y="-46711"/>
              <a:ext cx="5948191" cy="2800507"/>
              <a:chOff x="1089859" y="-46711"/>
              <a:chExt cx="5948191" cy="280050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5F7869-C02B-6496-3BB2-8D9CA4225F49}"/>
                  </a:ext>
                </a:extLst>
              </p:cNvPr>
              <p:cNvSpPr txBox="1"/>
              <p:nvPr/>
            </p:nvSpPr>
            <p:spPr>
              <a:xfrm>
                <a:off x="1324634" y="131819"/>
                <a:ext cx="201563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Database timeline</a:t>
                </a:r>
                <a:endParaRPr lang="en-NL" sz="1500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EE04F8-5994-1B86-F3F7-E1AE4ED5D1A9}"/>
                  </a:ext>
                </a:extLst>
              </p:cNvPr>
              <p:cNvSpPr txBox="1"/>
              <p:nvPr/>
            </p:nvSpPr>
            <p:spPr>
              <a:xfrm>
                <a:off x="1301733" y="2430631"/>
                <a:ext cx="232369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Re-</a:t>
                </a:r>
                <a:r>
                  <a:rPr lang="nl-NL" sz="1500" b="1" dirty="0" err="1"/>
                  <a:t>definition</a:t>
                </a:r>
                <a:r>
                  <a:rPr lang="nl-NL" sz="1500" b="1" dirty="0"/>
                  <a:t> of time </a:t>
                </a:r>
                <a:r>
                  <a:rPr lang="nl-NL" sz="1500" b="1" dirty="0" err="1"/>
                  <a:t>axis</a:t>
                </a:r>
                <a:endParaRPr lang="en-NL" sz="15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B45A27-5304-B4C3-310E-E893779860B1}"/>
                  </a:ext>
                </a:extLst>
              </p:cNvPr>
              <p:cNvSpPr txBox="1"/>
              <p:nvPr/>
            </p:nvSpPr>
            <p:spPr>
              <a:xfrm>
                <a:off x="4498974" y="131819"/>
                <a:ext cx="253907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Time </a:t>
                </a:r>
                <a:r>
                  <a:rPr lang="nl-NL" sz="1500" b="1" dirty="0" err="1"/>
                  <a:t>since</a:t>
                </a:r>
                <a:r>
                  <a:rPr lang="nl-NL" sz="1500" b="1" dirty="0"/>
                  <a:t> </a:t>
                </a:r>
                <a:r>
                  <a:rPr lang="nl-NL" sz="1500" b="1" dirty="0" err="1"/>
                  <a:t>eligibility</a:t>
                </a:r>
                <a:r>
                  <a:rPr lang="nl-NL" sz="1500" b="1" dirty="0"/>
                  <a:t> timeline</a:t>
                </a:r>
                <a:endParaRPr lang="en-NL" sz="1500" b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D8F305-750F-9E79-2489-19FDBEA078E9}"/>
                  </a:ext>
                </a:extLst>
              </p:cNvPr>
              <p:cNvSpPr txBox="1"/>
              <p:nvPr/>
            </p:nvSpPr>
            <p:spPr>
              <a:xfrm>
                <a:off x="1089859" y="-46711"/>
                <a:ext cx="29776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A</a:t>
                </a:r>
                <a:endParaRPr lang="en-NL" sz="15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C022C8-66B8-B3FC-4726-8E5679028407}"/>
                  </a:ext>
                </a:extLst>
              </p:cNvPr>
              <p:cNvSpPr txBox="1"/>
              <p:nvPr/>
            </p:nvSpPr>
            <p:spPr>
              <a:xfrm>
                <a:off x="4317727" y="-46711"/>
                <a:ext cx="29776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B</a:t>
                </a:r>
                <a:endParaRPr lang="en-NL" sz="1500" b="1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FF2E83-B79A-F609-CB46-5010FE8A20DC}"/>
                  </a:ext>
                </a:extLst>
              </p:cNvPr>
              <p:cNvSpPr txBox="1"/>
              <p:nvPr/>
            </p:nvSpPr>
            <p:spPr>
              <a:xfrm>
                <a:off x="1152850" y="2248585"/>
                <a:ext cx="29776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500" b="1" dirty="0"/>
                  <a:t>C</a:t>
                </a:r>
                <a:endParaRPr lang="en-NL" sz="1500" b="1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486BE4-895B-85D0-DB5F-BB8E1BC8EF15}"/>
                </a:ext>
              </a:extLst>
            </p:cNvPr>
            <p:cNvSpPr txBox="1"/>
            <p:nvPr/>
          </p:nvSpPr>
          <p:spPr>
            <a:xfrm>
              <a:off x="4466610" y="2430631"/>
              <a:ext cx="232369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500" b="1" dirty="0" err="1"/>
                <a:t>Immortal</a:t>
              </a:r>
              <a:r>
                <a:rPr lang="nl-NL" sz="1500" b="1" dirty="0"/>
                <a:t>-time bias</a:t>
              </a:r>
              <a:endParaRPr lang="en-NL" sz="15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582BEC-B49E-F9D3-EF92-010960B6B72E}"/>
                </a:ext>
              </a:extLst>
            </p:cNvPr>
            <p:cNvSpPr txBox="1"/>
            <p:nvPr/>
          </p:nvSpPr>
          <p:spPr>
            <a:xfrm>
              <a:off x="4317727" y="2248585"/>
              <a:ext cx="29776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500" b="1" dirty="0"/>
                <a:t>D</a:t>
              </a:r>
              <a:endParaRPr lang="en-NL" sz="1500" b="1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A1727C-00AE-A367-7B87-D8CA2EB5C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t="88749" b="1765"/>
          <a:stretch>
            <a:fillRect/>
          </a:stretch>
        </p:blipFill>
        <p:spPr>
          <a:xfrm>
            <a:off x="2234551" y="4796515"/>
            <a:ext cx="4272445" cy="3469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CAB69D-BB62-4B6E-4900-710657DA4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850" y="2753346"/>
            <a:ext cx="3045600" cy="203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11E60-AAAA-39C9-DA5E-B4A1A604AD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73" y="2759955"/>
            <a:ext cx="3045600" cy="2030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C5331-9720-2C10-FB79-2140B037FD5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6B729233-A4E5-4286-907E-3ABE909BBBEB}" type="slidenum">
              <a:rPr lang="nl-NL" sz="1000" b="0" u="none" strike="noStrike" smtClean="0">
                <a:solidFill>
                  <a:srgbClr val="003741"/>
                </a:solidFill>
                <a:effectLst/>
                <a:uFillTx/>
                <a:latin typeface="Trebuchet MS Standaard"/>
              </a:rPr>
              <a:t>31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7126"/>
      </p:ext>
    </p:extLst>
  </p:cSld>
  <p:clrMapOvr>
    <a:masterClrMapping/>
  </p:clrMapOvr>
</p:sld>
</file>

<file path=ppt/theme/theme1.xml><?xml version="1.0" encoding="utf-8"?>
<a:theme xmlns:a="http://schemas.openxmlformats.org/drawingml/2006/main" name="PP Template UMC 16-9 Engels">
  <a:themeElements>
    <a:clrScheme name="Aangepast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 Template UMC 16-9 Engels</Template>
  <TotalTime>4534</TotalTime>
  <Words>644</Words>
  <Application>Microsoft Office PowerPoint</Application>
  <PresentationFormat>On-screen Show (16:9)</PresentationFormat>
  <Paragraphs>202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Symbol</vt:lpstr>
      <vt:lpstr>Times New Roman</vt:lpstr>
      <vt:lpstr>Trebuchet MS</vt:lpstr>
      <vt:lpstr>Trebuchet MS Standaard</vt:lpstr>
      <vt:lpstr>Univers 45 Light</vt:lpstr>
      <vt:lpstr>Wingdings</vt:lpstr>
      <vt:lpstr>PP Template UMC 16-9 Engels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to the VWM trial &amp; VWM registry team:</vt:lpstr>
      <vt:lpstr>PowerPoint Presentation</vt:lpstr>
      <vt:lpstr>PowerPoint Presentation</vt:lpstr>
    </vt:vector>
  </TitlesOfParts>
  <Company>VU medisch centrum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presentatie</dc:title>
  <dc:subject/>
  <dc:creator>Kerssens, Inge</dc:creator>
  <dc:description/>
  <cp:lastModifiedBy>Gonzato, E. (Elia)</cp:lastModifiedBy>
  <cp:revision>245</cp:revision>
  <cp:lastPrinted>2018-06-28T09:19:40Z</cp:lastPrinted>
  <dcterms:created xsi:type="dcterms:W3CDTF">2018-06-14T08:56:31Z</dcterms:created>
  <dcterms:modified xsi:type="dcterms:W3CDTF">2026-09-18T10:25:57Z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