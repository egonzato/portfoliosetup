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343" r:id="rId4"/>
    <p:sldId id="344" r:id="rId5"/>
    <p:sldId id="345" r:id="rId6"/>
    <p:sldId id="346" r:id="rId7"/>
    <p:sldId id="347" r:id="rId8"/>
    <p:sldId id="382" r:id="rId9"/>
    <p:sldId id="383" r:id="rId10"/>
    <p:sldId id="381" r:id="rId11"/>
    <p:sldId id="380" r:id="rId12"/>
    <p:sldId id="353" r:id="rId13"/>
    <p:sldId id="384" r:id="rId14"/>
    <p:sldId id="385" r:id="rId15"/>
    <p:sldId id="357" r:id="rId16"/>
    <p:sldId id="373" r:id="rId17"/>
    <p:sldId id="386" r:id="rId18"/>
    <p:sldId id="387" r:id="rId19"/>
    <p:sldId id="388" r:id="rId20"/>
    <p:sldId id="362" r:id="rId21"/>
    <p:sldId id="368" r:id="rId22"/>
    <p:sldId id="374" r:id="rId23"/>
    <p:sldId id="375" r:id="rId24"/>
    <p:sldId id="366" r:id="rId25"/>
    <p:sldId id="378" r:id="rId26"/>
    <p:sldId id="377" r:id="rId27"/>
  </p:sldIdLst>
  <p:sldSz cx="9144000" cy="5143500" type="screen16x9"/>
  <p:notesSz cx="6810375" cy="9942513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7642"/>
    <a:srgbClr val="F07C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FF5F87B-873A-4114-9ADB-6ED5DC5D418A}" v="6" dt="2026-08-12T13:08:50.8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4778" autoAdjust="0"/>
  </p:normalViewPr>
  <p:slideViewPr>
    <p:cSldViewPr snapToGrid="0">
      <p:cViewPr varScale="1">
        <p:scale>
          <a:sx n="142" d="100"/>
          <a:sy n="142" d="100"/>
        </p:scale>
        <p:origin x="71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onzato, E. (Elia)" userId="6fe7f718-cb57-44f9-a1ed-36f4e9579e92" providerId="ADAL" clId="{D4D5A039-4906-4233-9861-5412901212BF}"/>
    <pc:docChg chg="undo custSel addSld delSld modSld sldOrd">
      <pc:chgData name="Gonzato, E. (Elia)" userId="6fe7f718-cb57-44f9-a1ed-36f4e9579e92" providerId="ADAL" clId="{D4D5A039-4906-4233-9861-5412901212BF}" dt="2026-08-12T13:55:15.361" v="1733" actId="1076"/>
      <pc:docMkLst>
        <pc:docMk/>
      </pc:docMkLst>
      <pc:sldChg chg="modSp mod">
        <pc:chgData name="Gonzato, E. (Elia)" userId="6fe7f718-cb57-44f9-a1ed-36f4e9579e92" providerId="ADAL" clId="{D4D5A039-4906-4233-9861-5412901212BF}" dt="2026-07-21T07:23:57.464" v="941" actId="1076"/>
        <pc:sldMkLst>
          <pc:docMk/>
          <pc:sldMk cId="0" sldId="256"/>
        </pc:sldMkLst>
        <pc:spChg chg="mod">
          <ac:chgData name="Gonzato, E. (Elia)" userId="6fe7f718-cb57-44f9-a1ed-36f4e9579e92" providerId="ADAL" clId="{D4D5A039-4906-4233-9861-5412901212BF}" dt="2026-07-21T07:23:51.902" v="940" actId="1076"/>
          <ac:spMkLst>
            <pc:docMk/>
            <pc:sldMk cId="0" sldId="256"/>
            <ac:spMk id="24" creationId="{CE2C7FB5-F77F-0856-B3B9-6F5BD4D54951}"/>
          </ac:spMkLst>
        </pc:spChg>
        <pc:spChg chg="mod">
          <ac:chgData name="Gonzato, E. (Elia)" userId="6fe7f718-cb57-44f9-a1ed-36f4e9579e92" providerId="ADAL" clId="{D4D5A039-4906-4233-9861-5412901212BF}" dt="2026-07-21T07:23:57.464" v="941" actId="1076"/>
          <ac:spMkLst>
            <pc:docMk/>
            <pc:sldMk cId="0" sldId="256"/>
            <ac:spMk id="25" creationId="{9FFF817B-9FF7-812D-45F4-933DAC944906}"/>
          </ac:spMkLst>
        </pc:spChg>
      </pc:sldChg>
      <pc:sldChg chg="addSp delSp modSp mod">
        <pc:chgData name="Gonzato, E. (Elia)" userId="6fe7f718-cb57-44f9-a1ed-36f4e9579e92" providerId="ADAL" clId="{D4D5A039-4906-4233-9861-5412901212BF}" dt="2026-08-12T12:48:54.775" v="1639" actId="207"/>
        <pc:sldMkLst>
          <pc:docMk/>
          <pc:sldMk cId="2506921012" sldId="353"/>
        </pc:sldMkLst>
        <pc:spChg chg="del mod">
          <ac:chgData name="Gonzato, E. (Elia)" userId="6fe7f718-cb57-44f9-a1ed-36f4e9579e92" providerId="ADAL" clId="{D4D5A039-4906-4233-9861-5412901212BF}" dt="2026-08-11T13:02:25.342" v="1419" actId="478"/>
          <ac:spMkLst>
            <pc:docMk/>
            <pc:sldMk cId="2506921012" sldId="353"/>
            <ac:spMk id="9" creationId="{26A9B69E-81AA-2446-0471-8603E8E92AC4}"/>
          </ac:spMkLst>
        </pc:spChg>
        <pc:spChg chg="mod">
          <ac:chgData name="Gonzato, E. (Elia)" userId="6fe7f718-cb57-44f9-a1ed-36f4e9579e92" providerId="ADAL" clId="{D4D5A039-4906-4233-9861-5412901212BF}" dt="2026-08-12T12:48:54.775" v="1639" actId="207"/>
          <ac:spMkLst>
            <pc:docMk/>
            <pc:sldMk cId="2506921012" sldId="353"/>
            <ac:spMk id="15" creationId="{945D1B32-7CA2-CF25-E183-5FEEDF5D10D3}"/>
          </ac:spMkLst>
        </pc:spChg>
        <pc:spChg chg="add del mod">
          <ac:chgData name="Gonzato, E. (Elia)" userId="6fe7f718-cb57-44f9-a1ed-36f4e9579e92" providerId="ADAL" clId="{D4D5A039-4906-4233-9861-5412901212BF}" dt="2026-08-11T13:02:25.342" v="1419" actId="478"/>
          <ac:spMkLst>
            <pc:docMk/>
            <pc:sldMk cId="2506921012" sldId="353"/>
            <ac:spMk id="18" creationId="{4F865839-DF80-141B-30CC-7DCC24D60DFF}"/>
          </ac:spMkLst>
        </pc:spChg>
        <pc:spChg chg="add">
          <ac:chgData name="Gonzato, E. (Elia)" userId="6fe7f718-cb57-44f9-a1ed-36f4e9579e92" providerId="ADAL" clId="{D4D5A039-4906-4233-9861-5412901212BF}" dt="2026-08-11T13:02:25.886" v="1420" actId="22"/>
          <ac:spMkLst>
            <pc:docMk/>
            <pc:sldMk cId="2506921012" sldId="353"/>
            <ac:spMk id="19" creationId="{4744B8C8-B54A-9772-7311-52179BDA4320}"/>
          </ac:spMkLst>
        </pc:spChg>
        <pc:spChg chg="del mod">
          <ac:chgData name="Gonzato, E. (Elia)" userId="6fe7f718-cb57-44f9-a1ed-36f4e9579e92" providerId="ADAL" clId="{D4D5A039-4906-4233-9861-5412901212BF}" dt="2026-08-11T13:02:25.342" v="1419" actId="478"/>
          <ac:spMkLst>
            <pc:docMk/>
            <pc:sldMk cId="2506921012" sldId="353"/>
            <ac:spMk id="23" creationId="{A5EBC9D8-BC1F-6394-7D06-7EE126B8923F}"/>
          </ac:spMkLst>
        </pc:spChg>
        <pc:spChg chg="add">
          <ac:chgData name="Gonzato, E. (Elia)" userId="6fe7f718-cb57-44f9-a1ed-36f4e9579e92" providerId="ADAL" clId="{D4D5A039-4906-4233-9861-5412901212BF}" dt="2026-08-11T13:02:25.886" v="1420" actId="22"/>
          <ac:spMkLst>
            <pc:docMk/>
            <pc:sldMk cId="2506921012" sldId="353"/>
            <ac:spMk id="27" creationId="{E21BEBF5-8C8F-B87E-9172-8FEBAF8CBE56}"/>
          </ac:spMkLst>
        </pc:spChg>
        <pc:spChg chg="add">
          <ac:chgData name="Gonzato, E. (Elia)" userId="6fe7f718-cb57-44f9-a1ed-36f4e9579e92" providerId="ADAL" clId="{D4D5A039-4906-4233-9861-5412901212BF}" dt="2026-08-11T13:02:25.886" v="1420" actId="22"/>
          <ac:spMkLst>
            <pc:docMk/>
            <pc:sldMk cId="2506921012" sldId="353"/>
            <ac:spMk id="29" creationId="{D8DA6897-F332-D2DA-4DEF-7BF6B5DAF0E9}"/>
          </ac:spMkLst>
        </pc:spChg>
        <pc:cxnChg chg="mod">
          <ac:chgData name="Gonzato, E. (Elia)" userId="6fe7f718-cb57-44f9-a1ed-36f4e9579e92" providerId="ADAL" clId="{D4D5A039-4906-4233-9861-5412901212BF}" dt="2026-08-12T12:48:51.342" v="1638" actId="208"/>
          <ac:cxnSpMkLst>
            <pc:docMk/>
            <pc:sldMk cId="2506921012" sldId="353"/>
            <ac:cxnSpMk id="12" creationId="{BED34BDA-3AE1-8307-5671-75343D6856BC}"/>
          </ac:cxnSpMkLst>
        </pc:cxnChg>
      </pc:sldChg>
      <pc:sldChg chg="addSp delSp modSp del mod">
        <pc:chgData name="Gonzato, E. (Elia)" userId="6fe7f718-cb57-44f9-a1ed-36f4e9579e92" providerId="ADAL" clId="{D4D5A039-4906-4233-9861-5412901212BF}" dt="2026-08-12T12:48:27.644" v="1636" actId="47"/>
        <pc:sldMkLst>
          <pc:docMk/>
          <pc:sldMk cId="1422359114" sldId="354"/>
        </pc:sldMkLst>
        <pc:picChg chg="del">
          <ac:chgData name="Gonzato, E. (Elia)" userId="6fe7f718-cb57-44f9-a1ed-36f4e9579e92" providerId="ADAL" clId="{D4D5A039-4906-4233-9861-5412901212BF}" dt="2026-08-12T06:58:08.867" v="1428" actId="478"/>
          <ac:picMkLst>
            <pc:docMk/>
            <pc:sldMk cId="1422359114" sldId="354"/>
            <ac:picMk id="3" creationId="{221C5A63-2231-85BF-B14C-AF039CCFFC3C}"/>
          </ac:picMkLst>
        </pc:picChg>
        <pc:picChg chg="add del mod">
          <ac:chgData name="Gonzato, E. (Elia)" userId="6fe7f718-cb57-44f9-a1ed-36f4e9579e92" providerId="ADAL" clId="{D4D5A039-4906-4233-9861-5412901212BF}" dt="2026-08-12T07:00:36.382" v="1449" actId="478"/>
          <ac:picMkLst>
            <pc:docMk/>
            <pc:sldMk cId="1422359114" sldId="354"/>
            <ac:picMk id="8" creationId="{CF1E736B-448E-3259-7367-2DE7FC744D19}"/>
          </ac:picMkLst>
        </pc:picChg>
        <pc:picChg chg="add">
          <ac:chgData name="Gonzato, E. (Elia)" userId="6fe7f718-cb57-44f9-a1ed-36f4e9579e92" providerId="ADAL" clId="{D4D5A039-4906-4233-9861-5412901212BF}" dt="2026-08-12T07:00:36.781" v="1450" actId="22"/>
          <ac:picMkLst>
            <pc:docMk/>
            <pc:sldMk cId="1422359114" sldId="354"/>
            <ac:picMk id="10" creationId="{9EED506A-5957-C722-3BF6-915C49C85E4A}"/>
          </ac:picMkLst>
        </pc:picChg>
      </pc:sldChg>
      <pc:sldChg chg="addSp delSp modSp del mod">
        <pc:chgData name="Gonzato, E. (Elia)" userId="6fe7f718-cb57-44f9-a1ed-36f4e9579e92" providerId="ADAL" clId="{D4D5A039-4906-4233-9861-5412901212BF}" dt="2026-08-12T12:48:29.254" v="1637" actId="47"/>
        <pc:sldMkLst>
          <pc:docMk/>
          <pc:sldMk cId="3524329252" sldId="356"/>
        </pc:sldMkLst>
        <pc:spChg chg="del mod">
          <ac:chgData name="Gonzato, E. (Elia)" userId="6fe7f718-cb57-44f9-a1ed-36f4e9579e92" providerId="ADAL" clId="{D4D5A039-4906-4233-9861-5412901212BF}" dt="2026-08-12T07:28:42.215" v="1554" actId="478"/>
          <ac:spMkLst>
            <pc:docMk/>
            <pc:sldMk cId="3524329252" sldId="356"/>
            <ac:spMk id="4" creationId="{AD1CA324-AC40-38B8-D4B6-285A616A97E4}"/>
          </ac:spMkLst>
        </pc:spChg>
        <pc:spChg chg="add">
          <ac:chgData name="Gonzato, E. (Elia)" userId="6fe7f718-cb57-44f9-a1ed-36f4e9579e92" providerId="ADAL" clId="{D4D5A039-4906-4233-9861-5412901212BF}" dt="2026-08-12T07:28:42.613" v="1555" actId="22"/>
          <ac:spMkLst>
            <pc:docMk/>
            <pc:sldMk cId="3524329252" sldId="356"/>
            <ac:spMk id="16" creationId="{3A33D997-B4F9-7FD8-16AE-AA0DD20DE546}"/>
          </ac:spMkLst>
        </pc:spChg>
        <pc:picChg chg="del">
          <ac:chgData name="Gonzato, E. (Elia)" userId="6fe7f718-cb57-44f9-a1ed-36f4e9579e92" providerId="ADAL" clId="{D4D5A039-4906-4233-9861-5412901212BF}" dt="2026-08-12T06:58:29.589" v="1435" actId="478"/>
          <ac:picMkLst>
            <pc:docMk/>
            <pc:sldMk cId="3524329252" sldId="356"/>
            <ac:picMk id="2" creationId="{07660F07-E2E4-F753-3B9E-3EA8D859F228}"/>
          </ac:picMkLst>
        </pc:picChg>
        <pc:picChg chg="del">
          <ac:chgData name="Gonzato, E. (Elia)" userId="6fe7f718-cb57-44f9-a1ed-36f4e9579e92" providerId="ADAL" clId="{D4D5A039-4906-4233-9861-5412901212BF}" dt="2026-08-12T07:22:07.982" v="1494" actId="478"/>
          <ac:picMkLst>
            <pc:docMk/>
            <pc:sldMk cId="3524329252" sldId="356"/>
            <ac:picMk id="6" creationId="{59B5685F-5A56-C1FB-EA00-C84C1659EC73}"/>
          </ac:picMkLst>
        </pc:picChg>
        <pc:picChg chg="add del">
          <ac:chgData name="Gonzato, E. (Elia)" userId="6fe7f718-cb57-44f9-a1ed-36f4e9579e92" providerId="ADAL" clId="{D4D5A039-4906-4233-9861-5412901212BF}" dt="2026-08-12T07:00:31.791" v="1447" actId="478"/>
          <ac:picMkLst>
            <pc:docMk/>
            <pc:sldMk cId="3524329252" sldId="356"/>
            <ac:picMk id="10" creationId="{C2983EF2-551E-82DE-CE8B-A9AAEEA190E0}"/>
          </ac:picMkLst>
        </pc:picChg>
        <pc:picChg chg="add">
          <ac:chgData name="Gonzato, E. (Elia)" userId="6fe7f718-cb57-44f9-a1ed-36f4e9579e92" providerId="ADAL" clId="{D4D5A039-4906-4233-9861-5412901212BF}" dt="2026-08-12T07:00:32.792" v="1448" actId="22"/>
          <ac:picMkLst>
            <pc:docMk/>
            <pc:sldMk cId="3524329252" sldId="356"/>
            <ac:picMk id="12" creationId="{F3A44009-EC88-C550-7609-44C2AEDA63B4}"/>
          </ac:picMkLst>
        </pc:picChg>
        <pc:picChg chg="add mod">
          <ac:chgData name="Gonzato, E. (Elia)" userId="6fe7f718-cb57-44f9-a1ed-36f4e9579e92" providerId="ADAL" clId="{D4D5A039-4906-4233-9861-5412901212BF}" dt="2026-08-12T07:22:21.150" v="1498" actId="1076"/>
          <ac:picMkLst>
            <pc:docMk/>
            <pc:sldMk cId="3524329252" sldId="356"/>
            <ac:picMk id="14" creationId="{A2D129CF-3781-9CDC-8CED-030B529D1A90}"/>
          </ac:picMkLst>
        </pc:picChg>
      </pc:sldChg>
      <pc:sldChg chg="addSp delSp modSp mod">
        <pc:chgData name="Gonzato, E. (Elia)" userId="6fe7f718-cb57-44f9-a1ed-36f4e9579e92" providerId="ADAL" clId="{D4D5A039-4906-4233-9861-5412901212BF}" dt="2026-08-12T13:07:01.206" v="1655" actId="1076"/>
        <pc:sldMkLst>
          <pc:docMk/>
          <pc:sldMk cId="1870451962" sldId="357"/>
        </pc:sldMkLst>
        <pc:spChg chg="add mod">
          <ac:chgData name="Gonzato, E. (Elia)" userId="6fe7f718-cb57-44f9-a1ed-36f4e9579e92" providerId="ADAL" clId="{D4D5A039-4906-4233-9861-5412901212BF}" dt="2026-08-12T07:28:35.932" v="1553" actId="14100"/>
          <ac:spMkLst>
            <pc:docMk/>
            <pc:sldMk cId="1870451962" sldId="357"/>
            <ac:spMk id="10" creationId="{D13F7CEA-B7C4-A91D-8A36-0ECCCE0A3BC5}"/>
          </ac:spMkLst>
        </pc:spChg>
        <pc:spChg chg="add del">
          <ac:chgData name="Gonzato, E. (Elia)" userId="6fe7f718-cb57-44f9-a1ed-36f4e9579e92" providerId="ADAL" clId="{D4D5A039-4906-4233-9861-5412901212BF}" dt="2026-08-12T07:22:26.479" v="1501" actId="22"/>
          <ac:spMkLst>
            <pc:docMk/>
            <pc:sldMk cId="1870451962" sldId="357"/>
            <ac:spMk id="16" creationId="{B566874E-7CAF-5099-F197-5BF17EAC6E8C}"/>
          </ac:spMkLst>
        </pc:spChg>
        <pc:picChg chg="del">
          <ac:chgData name="Gonzato, E. (Elia)" userId="6fe7f718-cb57-44f9-a1ed-36f4e9579e92" providerId="ADAL" clId="{D4D5A039-4906-4233-9861-5412901212BF}" dt="2026-08-12T06:58:32.811" v="1437" actId="478"/>
          <ac:picMkLst>
            <pc:docMk/>
            <pc:sldMk cId="1870451962" sldId="357"/>
            <ac:picMk id="2" creationId="{283866D9-3390-4E89-8F00-67B550BF16C9}"/>
          </ac:picMkLst>
        </pc:picChg>
        <pc:picChg chg="del">
          <ac:chgData name="Gonzato, E. (Elia)" userId="6fe7f718-cb57-44f9-a1ed-36f4e9579e92" providerId="ADAL" clId="{D4D5A039-4906-4233-9861-5412901212BF}" dt="2026-08-12T13:05:36.052" v="1644" actId="478"/>
          <ac:picMkLst>
            <pc:docMk/>
            <pc:sldMk cId="1870451962" sldId="357"/>
            <ac:picMk id="5" creationId="{52EFEA7E-425E-9581-3798-302BC74B733D}"/>
          </ac:picMkLst>
        </pc:picChg>
        <pc:picChg chg="del">
          <ac:chgData name="Gonzato, E. (Elia)" userId="6fe7f718-cb57-44f9-a1ed-36f4e9579e92" providerId="ADAL" clId="{D4D5A039-4906-4233-9861-5412901212BF}" dt="2026-08-12T07:22:23.443" v="1499" actId="478"/>
          <ac:picMkLst>
            <pc:docMk/>
            <pc:sldMk cId="1870451962" sldId="357"/>
            <ac:picMk id="6" creationId="{1F349E73-0AB7-09EB-23D3-016C5A512BF4}"/>
          </ac:picMkLst>
        </pc:picChg>
        <pc:picChg chg="add mod">
          <ac:chgData name="Gonzato, E. (Elia)" userId="6fe7f718-cb57-44f9-a1ed-36f4e9579e92" providerId="ADAL" clId="{D4D5A039-4906-4233-9861-5412901212BF}" dt="2026-08-12T13:05:43.437" v="1645" actId="1076"/>
          <ac:picMkLst>
            <pc:docMk/>
            <pc:sldMk cId="1870451962" sldId="357"/>
            <ac:picMk id="6" creationId="{55D09A5D-9877-5E5D-2490-2212C47DAF94}"/>
          </ac:picMkLst>
        </pc:picChg>
        <pc:picChg chg="del">
          <ac:chgData name="Gonzato, E. (Elia)" userId="6fe7f718-cb57-44f9-a1ed-36f4e9579e92" providerId="ADAL" clId="{D4D5A039-4906-4233-9861-5412901212BF}" dt="2026-08-12T13:06:19.683" v="1651" actId="478"/>
          <ac:picMkLst>
            <pc:docMk/>
            <pc:sldMk cId="1870451962" sldId="357"/>
            <ac:picMk id="9" creationId="{DC2B3734-BBD3-0B08-8DA4-E431D67B9B99}"/>
          </ac:picMkLst>
        </pc:picChg>
        <pc:picChg chg="add mod">
          <ac:chgData name="Gonzato, E. (Elia)" userId="6fe7f718-cb57-44f9-a1ed-36f4e9579e92" providerId="ADAL" clId="{D4D5A039-4906-4233-9861-5412901212BF}" dt="2026-08-12T13:06:17.132" v="1650" actId="1076"/>
          <ac:picMkLst>
            <pc:docMk/>
            <pc:sldMk cId="1870451962" sldId="357"/>
            <ac:picMk id="11" creationId="{41E7F787-8F8E-DCCC-52F0-65F14CD25584}"/>
          </ac:picMkLst>
        </pc:picChg>
        <pc:picChg chg="add del">
          <ac:chgData name="Gonzato, E. (Elia)" userId="6fe7f718-cb57-44f9-a1ed-36f4e9579e92" providerId="ADAL" clId="{D4D5A039-4906-4233-9861-5412901212BF}" dt="2026-08-12T07:00:23.416" v="1445" actId="478"/>
          <ac:picMkLst>
            <pc:docMk/>
            <pc:sldMk cId="1870451962" sldId="357"/>
            <ac:picMk id="11" creationId="{F8DC3B7D-08F6-7A3D-519C-F247D27DF899}"/>
          </ac:picMkLst>
        </pc:picChg>
        <pc:picChg chg="add mod modCrop">
          <ac:chgData name="Gonzato, E. (Elia)" userId="6fe7f718-cb57-44f9-a1ed-36f4e9579e92" providerId="ADAL" clId="{D4D5A039-4906-4233-9861-5412901212BF}" dt="2026-08-12T07:00:27.329" v="1446" actId="1076"/>
          <ac:picMkLst>
            <pc:docMk/>
            <pc:sldMk cId="1870451962" sldId="357"/>
            <ac:picMk id="14" creationId="{2F758E89-6B2C-A576-0420-5921EFCC57C9}"/>
          </ac:picMkLst>
        </pc:picChg>
        <pc:picChg chg="add mod">
          <ac:chgData name="Gonzato, E. (Elia)" userId="6fe7f718-cb57-44f9-a1ed-36f4e9579e92" providerId="ADAL" clId="{D4D5A039-4906-4233-9861-5412901212BF}" dt="2026-08-12T13:07:01.206" v="1655" actId="1076"/>
          <ac:picMkLst>
            <pc:docMk/>
            <pc:sldMk cId="1870451962" sldId="357"/>
            <ac:picMk id="15" creationId="{57D55655-7514-6F51-0F06-B1358B07EFA1}"/>
          </ac:picMkLst>
        </pc:picChg>
        <pc:picChg chg="add del">
          <ac:chgData name="Gonzato, E. (Elia)" userId="6fe7f718-cb57-44f9-a1ed-36f4e9579e92" providerId="ADAL" clId="{D4D5A039-4906-4233-9861-5412901212BF}" dt="2026-08-12T13:06:03.722" v="1646" actId="478"/>
          <ac:picMkLst>
            <pc:docMk/>
            <pc:sldMk cId="1870451962" sldId="357"/>
            <ac:picMk id="18" creationId="{1796442A-D67D-B6D7-4E69-BA4334733B73}"/>
          </ac:picMkLst>
        </pc:picChg>
      </pc:sldChg>
      <pc:sldChg chg="addSp delSp modSp del mod">
        <pc:chgData name="Gonzato, E. (Elia)" userId="6fe7f718-cb57-44f9-a1ed-36f4e9579e92" providerId="ADAL" clId="{D4D5A039-4906-4233-9861-5412901212BF}" dt="2026-08-12T12:47:47.325" v="1614" actId="47"/>
        <pc:sldMkLst>
          <pc:docMk/>
          <pc:sldMk cId="1962048626" sldId="361"/>
        </pc:sldMkLst>
        <pc:spChg chg="add">
          <ac:chgData name="Gonzato, E. (Elia)" userId="6fe7f718-cb57-44f9-a1ed-36f4e9579e92" providerId="ADAL" clId="{D4D5A039-4906-4233-9861-5412901212BF}" dt="2026-08-12T07:23:41.173" v="1518" actId="22"/>
          <ac:spMkLst>
            <pc:docMk/>
            <pc:sldMk cId="1962048626" sldId="361"/>
            <ac:spMk id="15" creationId="{2E9D87EF-A802-7192-9067-2FD0A3C9D8BF}"/>
          </ac:spMkLst>
        </pc:spChg>
        <pc:spChg chg="del">
          <ac:chgData name="Gonzato, E. (Elia)" userId="6fe7f718-cb57-44f9-a1ed-36f4e9579e92" providerId="ADAL" clId="{D4D5A039-4906-4233-9861-5412901212BF}" dt="2026-08-12T07:23:40.832" v="1517" actId="478"/>
          <ac:spMkLst>
            <pc:docMk/>
            <pc:sldMk cId="1962048626" sldId="361"/>
            <ac:spMk id="20" creationId="{62EE8A87-27C7-118B-8065-C2E3F536AAAF}"/>
          </ac:spMkLst>
        </pc:spChg>
        <pc:picChg chg="add del mod modCrop">
          <ac:chgData name="Gonzato, E. (Elia)" userId="6fe7f718-cb57-44f9-a1ed-36f4e9579e92" providerId="ADAL" clId="{D4D5A039-4906-4233-9861-5412901212BF}" dt="2026-08-12T07:28:08.613" v="1541" actId="478"/>
          <ac:picMkLst>
            <pc:docMk/>
            <pc:sldMk cId="1962048626" sldId="361"/>
            <ac:picMk id="13" creationId="{73737D08-962C-0952-ACDC-6CA281890BC9}"/>
          </ac:picMkLst>
        </pc:picChg>
      </pc:sldChg>
      <pc:sldChg chg="addSp delSp modSp del mod">
        <pc:chgData name="Gonzato, E. (Elia)" userId="6fe7f718-cb57-44f9-a1ed-36f4e9579e92" providerId="ADAL" clId="{D4D5A039-4906-4233-9861-5412901212BF}" dt="2026-08-12T12:47:47.325" v="1614" actId="47"/>
        <pc:sldMkLst>
          <pc:docMk/>
          <pc:sldMk cId="919340060" sldId="371"/>
        </pc:sldMkLst>
        <pc:spChg chg="mod">
          <ac:chgData name="Gonzato, E. (Elia)" userId="6fe7f718-cb57-44f9-a1ed-36f4e9579e92" providerId="ADAL" clId="{D4D5A039-4906-4233-9861-5412901212BF}" dt="2026-08-12T07:23:33.331" v="1516" actId="20577"/>
          <ac:spMkLst>
            <pc:docMk/>
            <pc:sldMk cId="919340060" sldId="371"/>
            <ac:spMk id="20" creationId="{396597C2-0D55-C200-F7E9-4097580A90BA}"/>
          </ac:spMkLst>
        </pc:spChg>
        <pc:picChg chg="add mod modCrop">
          <ac:chgData name="Gonzato, E. (Elia)" userId="6fe7f718-cb57-44f9-a1ed-36f4e9579e92" providerId="ADAL" clId="{D4D5A039-4906-4233-9861-5412901212BF}" dt="2026-08-12T07:01:28.209" v="1461" actId="1076"/>
          <ac:picMkLst>
            <pc:docMk/>
            <pc:sldMk cId="919340060" sldId="371"/>
            <ac:picMk id="5" creationId="{48B196E9-C8E7-E630-836F-4D4F52B8EE76}"/>
          </ac:picMkLst>
        </pc:picChg>
        <pc:picChg chg="add mod modCrop">
          <ac:chgData name="Gonzato, E. (Elia)" userId="6fe7f718-cb57-44f9-a1ed-36f4e9579e92" providerId="ADAL" clId="{D4D5A039-4906-4233-9861-5412901212BF}" dt="2026-08-12T07:01:20.207" v="1459" actId="1076"/>
          <ac:picMkLst>
            <pc:docMk/>
            <pc:sldMk cId="919340060" sldId="371"/>
            <ac:picMk id="7" creationId="{B6AA4891-CF18-DE7B-9C74-47314660372F}"/>
          </ac:picMkLst>
        </pc:picChg>
        <pc:picChg chg="add mod">
          <ac:chgData name="Gonzato, E. (Elia)" userId="6fe7f718-cb57-44f9-a1ed-36f4e9579e92" providerId="ADAL" clId="{D4D5A039-4906-4233-9861-5412901212BF}" dt="2026-08-12T07:25:01.364" v="1531" actId="1076"/>
          <ac:picMkLst>
            <pc:docMk/>
            <pc:sldMk cId="919340060" sldId="371"/>
            <ac:picMk id="9" creationId="{B9DBE03A-929B-2877-1E34-0BCB1A3BE057}"/>
          </ac:picMkLst>
        </pc:picChg>
        <pc:picChg chg="del">
          <ac:chgData name="Gonzato, E. (Elia)" userId="6fe7f718-cb57-44f9-a1ed-36f4e9579e92" providerId="ADAL" clId="{D4D5A039-4906-4233-9861-5412901212BF}" dt="2026-08-12T07:00:45.860" v="1451" actId="478"/>
          <ac:picMkLst>
            <pc:docMk/>
            <pc:sldMk cId="919340060" sldId="371"/>
            <ac:picMk id="17" creationId="{B663286F-38E8-4387-F5BA-25D703A5D730}"/>
          </ac:picMkLst>
        </pc:picChg>
        <pc:picChg chg="del">
          <ac:chgData name="Gonzato, E. (Elia)" userId="6fe7f718-cb57-44f9-a1ed-36f4e9579e92" providerId="ADAL" clId="{D4D5A039-4906-4233-9861-5412901212BF}" dt="2026-08-12T07:00:45.860" v="1451" actId="478"/>
          <ac:picMkLst>
            <pc:docMk/>
            <pc:sldMk cId="919340060" sldId="371"/>
            <ac:picMk id="21" creationId="{E2F64264-D60C-F2A7-3B99-E15FB56A4683}"/>
          </ac:picMkLst>
        </pc:picChg>
        <pc:picChg chg="mod">
          <ac:chgData name="Gonzato, E. (Elia)" userId="6fe7f718-cb57-44f9-a1ed-36f4e9579e92" providerId="ADAL" clId="{D4D5A039-4906-4233-9861-5412901212BF}" dt="2026-08-12T07:23:23.358" v="1505" actId="1076"/>
          <ac:picMkLst>
            <pc:docMk/>
            <pc:sldMk cId="919340060" sldId="371"/>
            <ac:picMk id="24" creationId="{7BB8DA57-62D2-1358-6925-DC0976665901}"/>
          </ac:picMkLst>
        </pc:picChg>
      </pc:sldChg>
      <pc:sldChg chg="addSp delSp modSp del mod">
        <pc:chgData name="Gonzato, E. (Elia)" userId="6fe7f718-cb57-44f9-a1ed-36f4e9579e92" providerId="ADAL" clId="{D4D5A039-4906-4233-9861-5412901212BF}" dt="2026-08-12T12:47:47.325" v="1614" actId="47"/>
        <pc:sldMkLst>
          <pc:docMk/>
          <pc:sldMk cId="3516750295" sldId="372"/>
        </pc:sldMkLst>
        <pc:spChg chg="add del">
          <ac:chgData name="Gonzato, E. (Elia)" userId="6fe7f718-cb57-44f9-a1ed-36f4e9579e92" providerId="ADAL" clId="{D4D5A039-4906-4233-9861-5412901212BF}" dt="2026-08-12T07:23:48.679" v="1519" actId="478"/>
          <ac:spMkLst>
            <pc:docMk/>
            <pc:sldMk cId="3516750295" sldId="372"/>
            <ac:spMk id="4" creationId="{3A06C850-0DF5-8201-201B-50BD3F099861}"/>
          </ac:spMkLst>
        </pc:spChg>
        <pc:spChg chg="add">
          <ac:chgData name="Gonzato, E. (Elia)" userId="6fe7f718-cb57-44f9-a1ed-36f4e9579e92" providerId="ADAL" clId="{D4D5A039-4906-4233-9861-5412901212BF}" dt="2026-08-12T07:23:49.070" v="1520" actId="22"/>
          <ac:spMkLst>
            <pc:docMk/>
            <pc:sldMk cId="3516750295" sldId="372"/>
            <ac:spMk id="9" creationId="{373CF0D2-5CB3-E2CC-5412-A7F326E70CF2}"/>
          </ac:spMkLst>
        </pc:spChg>
        <pc:picChg chg="add">
          <ac:chgData name="Gonzato, E. (Elia)" userId="6fe7f718-cb57-44f9-a1ed-36f4e9579e92" providerId="ADAL" clId="{D4D5A039-4906-4233-9861-5412901212BF}" dt="2026-08-12T07:01:38.411" v="1463" actId="22"/>
          <ac:picMkLst>
            <pc:docMk/>
            <pc:sldMk cId="3516750295" sldId="372"/>
            <ac:picMk id="5" creationId="{BB183618-1C0D-91AC-12B4-AEEAEA91BB07}"/>
          </ac:picMkLst>
        </pc:picChg>
        <pc:picChg chg="add">
          <ac:chgData name="Gonzato, E. (Elia)" userId="6fe7f718-cb57-44f9-a1ed-36f4e9579e92" providerId="ADAL" clId="{D4D5A039-4906-4233-9861-5412901212BF}" dt="2026-08-12T07:01:38.411" v="1463" actId="22"/>
          <ac:picMkLst>
            <pc:docMk/>
            <pc:sldMk cId="3516750295" sldId="372"/>
            <ac:picMk id="7" creationId="{BF0FC20E-C933-8A65-DC6C-6F7AA592DAB6}"/>
          </ac:picMkLst>
        </pc:picChg>
        <pc:picChg chg="add">
          <ac:chgData name="Gonzato, E. (Elia)" userId="6fe7f718-cb57-44f9-a1ed-36f4e9579e92" providerId="ADAL" clId="{D4D5A039-4906-4233-9861-5412901212BF}" dt="2026-08-12T07:25:28.559" v="1532" actId="22"/>
          <ac:picMkLst>
            <pc:docMk/>
            <pc:sldMk cId="3516750295" sldId="372"/>
            <ac:picMk id="15" creationId="{3C4FF945-2E50-33ED-600C-739C2C3BC203}"/>
          </ac:picMkLst>
        </pc:picChg>
        <pc:picChg chg="del">
          <ac:chgData name="Gonzato, E. (Elia)" userId="6fe7f718-cb57-44f9-a1ed-36f4e9579e92" providerId="ADAL" clId="{D4D5A039-4906-4233-9861-5412901212BF}" dt="2026-08-12T07:01:37.867" v="1462" actId="478"/>
          <ac:picMkLst>
            <pc:docMk/>
            <pc:sldMk cId="3516750295" sldId="372"/>
            <ac:picMk id="17" creationId="{E64CBFFC-6A71-950E-32B9-F656984F5F0D}"/>
          </ac:picMkLst>
        </pc:picChg>
        <pc:picChg chg="add mod">
          <ac:chgData name="Gonzato, E. (Elia)" userId="6fe7f718-cb57-44f9-a1ed-36f4e9579e92" providerId="ADAL" clId="{D4D5A039-4906-4233-9861-5412901212BF}" dt="2026-08-12T07:25:43.122" v="1535" actId="1076"/>
          <ac:picMkLst>
            <pc:docMk/>
            <pc:sldMk cId="3516750295" sldId="372"/>
            <ac:picMk id="20" creationId="{42DC81E9-A773-9531-DE48-A1D3F0A80992}"/>
          </ac:picMkLst>
        </pc:picChg>
        <pc:picChg chg="del">
          <ac:chgData name="Gonzato, E. (Elia)" userId="6fe7f718-cb57-44f9-a1ed-36f4e9579e92" providerId="ADAL" clId="{D4D5A039-4906-4233-9861-5412901212BF}" dt="2026-08-12T07:01:37.867" v="1462" actId="478"/>
          <ac:picMkLst>
            <pc:docMk/>
            <pc:sldMk cId="3516750295" sldId="372"/>
            <ac:picMk id="21" creationId="{5B143CF7-9184-2D4E-FD2D-907424F4F285}"/>
          </ac:picMkLst>
        </pc:picChg>
        <pc:picChg chg="mod">
          <ac:chgData name="Gonzato, E. (Elia)" userId="6fe7f718-cb57-44f9-a1ed-36f4e9579e92" providerId="ADAL" clId="{D4D5A039-4906-4233-9861-5412901212BF}" dt="2026-08-12T12:44:45.285" v="1572" actId="14100"/>
          <ac:picMkLst>
            <pc:docMk/>
            <pc:sldMk cId="3516750295" sldId="372"/>
            <ac:picMk id="24" creationId="{27D743ED-33DC-C92F-17AB-09ECE4786971}"/>
          </ac:picMkLst>
        </pc:picChg>
        <pc:picChg chg="add mod">
          <ac:chgData name="Gonzato, E. (Elia)" userId="6fe7f718-cb57-44f9-a1ed-36f4e9579e92" providerId="ADAL" clId="{D4D5A039-4906-4233-9861-5412901212BF}" dt="2026-08-12T07:25:52.829" v="1537" actId="1076"/>
          <ac:picMkLst>
            <pc:docMk/>
            <pc:sldMk cId="3516750295" sldId="372"/>
            <ac:picMk id="32" creationId="{34A373D6-998B-4811-DEC5-1560F8DC9876}"/>
          </ac:picMkLst>
        </pc:picChg>
        <pc:picChg chg="add mod">
          <ac:chgData name="Gonzato, E. (Elia)" userId="6fe7f718-cb57-44f9-a1ed-36f4e9579e92" providerId="ADAL" clId="{D4D5A039-4906-4233-9861-5412901212BF}" dt="2026-08-12T07:25:52.829" v="1537" actId="1076"/>
          <ac:picMkLst>
            <pc:docMk/>
            <pc:sldMk cId="3516750295" sldId="372"/>
            <ac:picMk id="34" creationId="{82126DA1-F9E6-3968-FACE-44A0D1775BBB}"/>
          </ac:picMkLst>
        </pc:picChg>
      </pc:sldChg>
      <pc:sldChg chg="addSp delSp modSp mod">
        <pc:chgData name="Gonzato, E. (Elia)" userId="6fe7f718-cb57-44f9-a1ed-36f4e9579e92" providerId="ADAL" clId="{D4D5A039-4906-4233-9861-5412901212BF}" dt="2026-08-12T12:48:06.481" v="1628" actId="478"/>
        <pc:sldMkLst>
          <pc:docMk/>
          <pc:sldMk cId="4086086870" sldId="373"/>
        </pc:sldMkLst>
        <pc:spChg chg="add del">
          <ac:chgData name="Gonzato, E. (Elia)" userId="6fe7f718-cb57-44f9-a1ed-36f4e9579e92" providerId="ADAL" clId="{D4D5A039-4906-4233-9861-5412901212BF}" dt="2026-08-12T07:23:51.744" v="1521" actId="478"/>
          <ac:spMkLst>
            <pc:docMk/>
            <pc:sldMk cId="4086086870" sldId="373"/>
            <ac:spMk id="4" creationId="{1EBF71CD-6474-E6A0-D732-C0BD854C96BE}"/>
          </ac:spMkLst>
        </pc:spChg>
        <pc:spChg chg="add">
          <ac:chgData name="Gonzato, E. (Elia)" userId="6fe7f718-cb57-44f9-a1ed-36f4e9579e92" providerId="ADAL" clId="{D4D5A039-4906-4233-9861-5412901212BF}" dt="2026-08-12T07:23:52.137" v="1522" actId="22"/>
          <ac:spMkLst>
            <pc:docMk/>
            <pc:sldMk cId="4086086870" sldId="373"/>
            <ac:spMk id="9" creationId="{F7D9EE94-E9D4-B63F-7DF7-AC3D831E3CC8}"/>
          </ac:spMkLst>
        </pc:spChg>
        <pc:spChg chg="del">
          <ac:chgData name="Gonzato, E. (Elia)" userId="6fe7f718-cb57-44f9-a1ed-36f4e9579e92" providerId="ADAL" clId="{D4D5A039-4906-4233-9861-5412901212BF}" dt="2026-08-12T12:48:05.055" v="1627" actId="478"/>
          <ac:spMkLst>
            <pc:docMk/>
            <pc:sldMk cId="4086086870" sldId="373"/>
            <ac:spMk id="11" creationId="{37328B22-C229-DC79-94E6-E48B1C3C49DC}"/>
          </ac:spMkLst>
        </pc:spChg>
        <pc:spChg chg="del">
          <ac:chgData name="Gonzato, E. (Elia)" userId="6fe7f718-cb57-44f9-a1ed-36f4e9579e92" providerId="ADAL" clId="{D4D5A039-4906-4233-9861-5412901212BF}" dt="2026-08-12T12:48:06.481" v="1628" actId="478"/>
          <ac:spMkLst>
            <pc:docMk/>
            <pc:sldMk cId="4086086870" sldId="373"/>
            <ac:spMk id="25" creationId="{27B35724-A224-B56A-CE35-0600216B42E6}"/>
          </ac:spMkLst>
        </pc:spChg>
        <pc:spChg chg="mod">
          <ac:chgData name="Gonzato, E. (Elia)" userId="6fe7f718-cb57-44f9-a1ed-36f4e9579e92" providerId="ADAL" clId="{D4D5A039-4906-4233-9861-5412901212BF}" dt="2026-08-12T12:47:18.940" v="1608" actId="20577"/>
          <ac:spMkLst>
            <pc:docMk/>
            <pc:sldMk cId="4086086870" sldId="373"/>
            <ac:spMk id="26" creationId="{767C0447-431A-D2A0-8C63-5FF32305C5B6}"/>
          </ac:spMkLst>
        </pc:spChg>
        <pc:spChg chg="mod">
          <ac:chgData name="Gonzato, E. (Elia)" userId="6fe7f718-cb57-44f9-a1ed-36f4e9579e92" providerId="ADAL" clId="{D4D5A039-4906-4233-9861-5412901212BF}" dt="2026-08-12T12:47:28.191" v="1609" actId="20577"/>
          <ac:spMkLst>
            <pc:docMk/>
            <pc:sldMk cId="4086086870" sldId="373"/>
            <ac:spMk id="27" creationId="{2DFB53D1-939B-E803-299E-6F25CE93CE65}"/>
          </ac:spMkLst>
        </pc:spChg>
        <pc:spChg chg="mod">
          <ac:chgData name="Gonzato, E. (Elia)" userId="6fe7f718-cb57-44f9-a1ed-36f4e9579e92" providerId="ADAL" clId="{D4D5A039-4906-4233-9861-5412901212BF}" dt="2026-08-12T12:47:40.303" v="1613" actId="20577"/>
          <ac:spMkLst>
            <pc:docMk/>
            <pc:sldMk cId="4086086870" sldId="373"/>
            <ac:spMk id="28" creationId="{644D4F0D-6297-30F4-00B4-E0D15F076C2F}"/>
          </ac:spMkLst>
        </pc:spChg>
        <pc:picChg chg="add del mod">
          <ac:chgData name="Gonzato, E. (Elia)" userId="6fe7f718-cb57-44f9-a1ed-36f4e9579e92" providerId="ADAL" clId="{D4D5A039-4906-4233-9861-5412901212BF}" dt="2026-08-12T12:44:20.985" v="1567" actId="478"/>
          <ac:picMkLst>
            <pc:docMk/>
            <pc:sldMk cId="4086086870" sldId="373"/>
            <ac:picMk id="3" creationId="{A5F259DA-F46D-15F0-1421-C27DE434E633}"/>
          </ac:picMkLst>
        </pc:picChg>
        <pc:picChg chg="add del mod">
          <ac:chgData name="Gonzato, E. (Elia)" userId="6fe7f718-cb57-44f9-a1ed-36f4e9579e92" providerId="ADAL" clId="{D4D5A039-4906-4233-9861-5412901212BF}" dt="2026-08-12T12:44:20.985" v="1567" actId="478"/>
          <ac:picMkLst>
            <pc:docMk/>
            <pc:sldMk cId="4086086870" sldId="373"/>
            <ac:picMk id="4" creationId="{A498723B-9B0A-6752-DC5D-5EEBF28640E0}"/>
          </ac:picMkLst>
        </pc:picChg>
        <pc:picChg chg="add">
          <ac:chgData name="Gonzato, E. (Elia)" userId="6fe7f718-cb57-44f9-a1ed-36f4e9579e92" providerId="ADAL" clId="{D4D5A039-4906-4233-9861-5412901212BF}" dt="2026-08-12T07:01:42.262" v="1465" actId="22"/>
          <ac:picMkLst>
            <pc:docMk/>
            <pc:sldMk cId="4086086870" sldId="373"/>
            <ac:picMk id="5" creationId="{B45C995E-5A22-7AC0-B355-B69959F197A5}"/>
          </ac:picMkLst>
        </pc:picChg>
        <pc:picChg chg="add del mod">
          <ac:chgData name="Gonzato, E. (Elia)" userId="6fe7f718-cb57-44f9-a1ed-36f4e9579e92" providerId="ADAL" clId="{D4D5A039-4906-4233-9861-5412901212BF}" dt="2026-08-12T12:44:20.985" v="1567" actId="478"/>
          <ac:picMkLst>
            <pc:docMk/>
            <pc:sldMk cId="4086086870" sldId="373"/>
            <ac:picMk id="6" creationId="{B533EB01-81C5-6C36-46EF-FBDD4AD38DD9}"/>
          </ac:picMkLst>
        </pc:picChg>
        <pc:picChg chg="add">
          <ac:chgData name="Gonzato, E. (Elia)" userId="6fe7f718-cb57-44f9-a1ed-36f4e9579e92" providerId="ADAL" clId="{D4D5A039-4906-4233-9861-5412901212BF}" dt="2026-08-12T07:01:42.262" v="1465" actId="22"/>
          <ac:picMkLst>
            <pc:docMk/>
            <pc:sldMk cId="4086086870" sldId="373"/>
            <ac:picMk id="7" creationId="{97FE240E-DFF3-CB9E-E448-33105961CA57}"/>
          </ac:picMkLst>
        </pc:picChg>
        <pc:picChg chg="add del mod">
          <ac:chgData name="Gonzato, E. (Elia)" userId="6fe7f718-cb57-44f9-a1ed-36f4e9579e92" providerId="ADAL" clId="{D4D5A039-4906-4233-9861-5412901212BF}" dt="2026-08-12T12:44:20.985" v="1567" actId="478"/>
          <ac:picMkLst>
            <pc:docMk/>
            <pc:sldMk cId="4086086870" sldId="373"/>
            <ac:picMk id="8" creationId="{E0641DF2-4634-7955-0A52-66DED6643FD3}"/>
          </ac:picMkLst>
        </pc:picChg>
        <pc:picChg chg="del">
          <ac:chgData name="Gonzato, E. (Elia)" userId="6fe7f718-cb57-44f9-a1ed-36f4e9579e92" providerId="ADAL" clId="{D4D5A039-4906-4233-9861-5412901212BF}" dt="2026-08-12T12:44:25.534" v="1568" actId="478"/>
          <ac:picMkLst>
            <pc:docMk/>
            <pc:sldMk cId="4086086870" sldId="373"/>
            <ac:picMk id="13" creationId="{CB5DE9BF-6F5E-B62A-E680-95CF2F6B1769}"/>
          </ac:picMkLst>
        </pc:picChg>
        <pc:picChg chg="del">
          <ac:chgData name="Gonzato, E. (Elia)" userId="6fe7f718-cb57-44f9-a1ed-36f4e9579e92" providerId="ADAL" clId="{D4D5A039-4906-4233-9861-5412901212BF}" dt="2026-08-12T12:44:20.985" v="1567" actId="478"/>
          <ac:picMkLst>
            <pc:docMk/>
            <pc:sldMk cId="4086086870" sldId="373"/>
            <ac:picMk id="14" creationId="{49342B61-B69F-FD08-6D95-894950E1EBEB}"/>
          </ac:picMkLst>
        </pc:picChg>
        <pc:picChg chg="del">
          <ac:chgData name="Gonzato, E. (Elia)" userId="6fe7f718-cb57-44f9-a1ed-36f4e9579e92" providerId="ADAL" clId="{D4D5A039-4906-4233-9861-5412901212BF}" dt="2026-08-12T12:44:25.534" v="1568" actId="478"/>
          <ac:picMkLst>
            <pc:docMk/>
            <pc:sldMk cId="4086086870" sldId="373"/>
            <ac:picMk id="15" creationId="{BCC69B7B-0EAC-04DF-6639-2B6B1A9E9AB3}"/>
          </ac:picMkLst>
        </pc:picChg>
        <pc:picChg chg="add del mod">
          <ac:chgData name="Gonzato, E. (Elia)" userId="6fe7f718-cb57-44f9-a1ed-36f4e9579e92" providerId="ADAL" clId="{D4D5A039-4906-4233-9861-5412901212BF}" dt="2026-08-12T12:44:20.985" v="1567" actId="478"/>
          <ac:picMkLst>
            <pc:docMk/>
            <pc:sldMk cId="4086086870" sldId="373"/>
            <ac:picMk id="16" creationId="{5F32FEA7-2B5C-2C56-267D-63CEAF4D543A}"/>
          </ac:picMkLst>
        </pc:picChg>
        <pc:picChg chg="del">
          <ac:chgData name="Gonzato, E. (Elia)" userId="6fe7f718-cb57-44f9-a1ed-36f4e9579e92" providerId="ADAL" clId="{D4D5A039-4906-4233-9861-5412901212BF}" dt="2026-08-12T07:01:41.877" v="1464" actId="478"/>
          <ac:picMkLst>
            <pc:docMk/>
            <pc:sldMk cId="4086086870" sldId="373"/>
            <ac:picMk id="17" creationId="{6F5F6FD8-4852-4AF3-4CA6-E4C5634A6484}"/>
          </ac:picMkLst>
        </pc:picChg>
        <pc:picChg chg="del">
          <ac:chgData name="Gonzato, E. (Elia)" userId="6fe7f718-cb57-44f9-a1ed-36f4e9579e92" providerId="ADAL" clId="{D4D5A039-4906-4233-9861-5412901212BF}" dt="2026-08-12T12:44:25.534" v="1568" actId="478"/>
          <ac:picMkLst>
            <pc:docMk/>
            <pc:sldMk cId="4086086870" sldId="373"/>
            <ac:picMk id="18" creationId="{299252B8-FB53-FCEE-9F0A-03D9A1E23397}"/>
          </ac:picMkLst>
        </pc:picChg>
        <pc:picChg chg="del">
          <ac:chgData name="Gonzato, E. (Elia)" userId="6fe7f718-cb57-44f9-a1ed-36f4e9579e92" providerId="ADAL" clId="{D4D5A039-4906-4233-9861-5412901212BF}" dt="2026-08-12T12:44:25.534" v="1568" actId="478"/>
          <ac:picMkLst>
            <pc:docMk/>
            <pc:sldMk cId="4086086870" sldId="373"/>
            <ac:picMk id="19" creationId="{4F5CEF5E-9247-8BA0-4416-76BA0A26BE95}"/>
          </ac:picMkLst>
        </pc:picChg>
        <pc:picChg chg="add del">
          <ac:chgData name="Gonzato, E. (Elia)" userId="6fe7f718-cb57-44f9-a1ed-36f4e9579e92" providerId="ADAL" clId="{D4D5A039-4906-4233-9861-5412901212BF}" dt="2026-08-12T12:44:29.605" v="1569" actId="478"/>
          <ac:picMkLst>
            <pc:docMk/>
            <pc:sldMk cId="4086086870" sldId="373"/>
            <ac:picMk id="20" creationId="{A45B7028-56ED-AE48-DCC6-6AC081AFA956}"/>
          </ac:picMkLst>
        </pc:picChg>
        <pc:picChg chg="del">
          <ac:chgData name="Gonzato, E. (Elia)" userId="6fe7f718-cb57-44f9-a1ed-36f4e9579e92" providerId="ADAL" clId="{D4D5A039-4906-4233-9861-5412901212BF}" dt="2026-08-12T07:01:41.877" v="1464" actId="478"/>
          <ac:picMkLst>
            <pc:docMk/>
            <pc:sldMk cId="4086086870" sldId="373"/>
            <ac:picMk id="21" creationId="{0D87D0AE-1DEC-914D-3F5A-201139323408}"/>
          </ac:picMkLst>
        </pc:picChg>
        <pc:picChg chg="add del mod">
          <ac:chgData name="Gonzato, E. (Elia)" userId="6fe7f718-cb57-44f9-a1ed-36f4e9579e92" providerId="ADAL" clId="{D4D5A039-4906-4233-9861-5412901212BF}" dt="2026-08-12T12:47:58.915" v="1620" actId="478"/>
          <ac:picMkLst>
            <pc:docMk/>
            <pc:sldMk cId="4086086870" sldId="373"/>
            <ac:picMk id="21" creationId="{6615ADD8-C9AD-5AB6-B2E8-E0C048C4A6FF}"/>
          </ac:picMkLst>
        </pc:picChg>
        <pc:picChg chg="del">
          <ac:chgData name="Gonzato, E. (Elia)" userId="6fe7f718-cb57-44f9-a1ed-36f4e9579e92" providerId="ADAL" clId="{D4D5A039-4906-4233-9861-5412901212BF}" dt="2026-08-12T12:44:25.534" v="1568" actId="478"/>
          <ac:picMkLst>
            <pc:docMk/>
            <pc:sldMk cId="4086086870" sldId="373"/>
            <ac:picMk id="24" creationId="{B030296C-E1FE-1CC6-2CB1-B39F8C56A9E8}"/>
          </ac:picMkLst>
        </pc:picChg>
        <pc:picChg chg="add del">
          <ac:chgData name="Gonzato, E. (Elia)" userId="6fe7f718-cb57-44f9-a1ed-36f4e9579e92" providerId="ADAL" clId="{D4D5A039-4906-4233-9861-5412901212BF}" dt="2026-08-12T12:44:29.605" v="1569" actId="478"/>
          <ac:picMkLst>
            <pc:docMk/>
            <pc:sldMk cId="4086086870" sldId="373"/>
            <ac:picMk id="32" creationId="{4B327E65-231D-04D6-D0E5-4E7F32E703A2}"/>
          </ac:picMkLst>
        </pc:picChg>
        <pc:picChg chg="add del mod">
          <ac:chgData name="Gonzato, E. (Elia)" userId="6fe7f718-cb57-44f9-a1ed-36f4e9579e92" providerId="ADAL" clId="{D4D5A039-4906-4233-9861-5412901212BF}" dt="2026-08-12T12:47:59.358" v="1621" actId="478"/>
          <ac:picMkLst>
            <pc:docMk/>
            <pc:sldMk cId="4086086870" sldId="373"/>
            <ac:picMk id="33" creationId="{EE6BF308-617C-5D69-1C40-FCD60E2729ED}"/>
          </ac:picMkLst>
        </pc:picChg>
        <pc:picChg chg="add del mod">
          <ac:chgData name="Gonzato, E. (Elia)" userId="6fe7f718-cb57-44f9-a1ed-36f4e9579e92" providerId="ADAL" clId="{D4D5A039-4906-4233-9861-5412901212BF}" dt="2026-08-12T12:44:29.605" v="1569" actId="478"/>
          <ac:picMkLst>
            <pc:docMk/>
            <pc:sldMk cId="4086086870" sldId="373"/>
            <ac:picMk id="34" creationId="{C4CCD573-0F69-92D4-50AC-48B7F0128E00}"/>
          </ac:picMkLst>
        </pc:picChg>
        <pc:picChg chg="add del mod">
          <ac:chgData name="Gonzato, E. (Elia)" userId="6fe7f718-cb57-44f9-a1ed-36f4e9579e92" providerId="ADAL" clId="{D4D5A039-4906-4233-9861-5412901212BF}" dt="2026-08-12T12:48:00.328" v="1623" actId="478"/>
          <ac:picMkLst>
            <pc:docMk/>
            <pc:sldMk cId="4086086870" sldId="373"/>
            <ac:picMk id="36" creationId="{358CA1AB-663B-DA25-C9B8-9E2A3B66B39D}"/>
          </ac:picMkLst>
        </pc:picChg>
        <pc:picChg chg="add del mod">
          <ac:chgData name="Gonzato, E. (Elia)" userId="6fe7f718-cb57-44f9-a1ed-36f4e9579e92" providerId="ADAL" clId="{D4D5A039-4906-4233-9861-5412901212BF}" dt="2026-08-12T12:47:59.831" v="1622" actId="478"/>
          <ac:picMkLst>
            <pc:docMk/>
            <pc:sldMk cId="4086086870" sldId="373"/>
            <ac:picMk id="39" creationId="{CB8EE262-7466-3EAD-4CF1-AB465C993BB8}"/>
          </ac:picMkLst>
        </pc:picChg>
        <pc:picChg chg="add del mod">
          <ac:chgData name="Gonzato, E. (Elia)" userId="6fe7f718-cb57-44f9-a1ed-36f4e9579e92" providerId="ADAL" clId="{D4D5A039-4906-4233-9861-5412901212BF}" dt="2026-08-12T12:48:00.895" v="1624" actId="478"/>
          <ac:picMkLst>
            <pc:docMk/>
            <pc:sldMk cId="4086086870" sldId="373"/>
            <ac:picMk id="41" creationId="{7C303588-278C-E322-5AA0-6C120018D321}"/>
          </ac:picMkLst>
        </pc:picChg>
        <pc:picChg chg="add del mod">
          <ac:chgData name="Gonzato, E. (Elia)" userId="6fe7f718-cb57-44f9-a1ed-36f4e9579e92" providerId="ADAL" clId="{D4D5A039-4906-4233-9861-5412901212BF}" dt="2026-08-12T12:48:02.805" v="1626" actId="478"/>
          <ac:picMkLst>
            <pc:docMk/>
            <pc:sldMk cId="4086086870" sldId="373"/>
            <ac:picMk id="43" creationId="{F2D5DA15-2E08-5701-FEE7-C37304C34C1E}"/>
          </ac:picMkLst>
        </pc:picChg>
        <pc:picChg chg="add del mod">
          <ac:chgData name="Gonzato, E. (Elia)" userId="6fe7f718-cb57-44f9-a1ed-36f4e9579e92" providerId="ADAL" clId="{D4D5A039-4906-4233-9861-5412901212BF}" dt="2026-08-12T12:47:58.270" v="1619" actId="478"/>
          <ac:picMkLst>
            <pc:docMk/>
            <pc:sldMk cId="4086086870" sldId="373"/>
            <ac:picMk id="44" creationId="{2583DF1D-875B-59D2-69AF-88A29B345B6B}"/>
          </ac:picMkLst>
        </pc:picChg>
        <pc:picChg chg="add del mod">
          <ac:chgData name="Gonzato, E. (Elia)" userId="6fe7f718-cb57-44f9-a1ed-36f4e9579e92" providerId="ADAL" clId="{D4D5A039-4906-4233-9861-5412901212BF}" dt="2026-08-12T12:47:58.270" v="1619" actId="478"/>
          <ac:picMkLst>
            <pc:docMk/>
            <pc:sldMk cId="4086086870" sldId="373"/>
            <ac:picMk id="45" creationId="{9E829C10-C233-6458-7BEA-0801E85FD5ED}"/>
          </ac:picMkLst>
        </pc:picChg>
      </pc:sldChg>
      <pc:sldChg chg="addSp delSp modSp new add del mod ord">
        <pc:chgData name="Gonzato, E. (Elia)" userId="6fe7f718-cb57-44f9-a1ed-36f4e9579e92" providerId="ADAL" clId="{D4D5A039-4906-4233-9861-5412901212BF}" dt="2026-08-12T13:55:15.361" v="1733" actId="1076"/>
        <pc:sldMkLst>
          <pc:docMk/>
          <pc:sldMk cId="216367126" sldId="377"/>
        </pc:sldMkLst>
        <pc:spChg chg="ord">
          <ac:chgData name="Gonzato, E. (Elia)" userId="6fe7f718-cb57-44f9-a1ed-36f4e9579e92" providerId="ADAL" clId="{D4D5A039-4906-4233-9861-5412901212BF}" dt="2026-08-12T13:10:35.431" v="1669" actId="167"/>
          <ac:spMkLst>
            <pc:docMk/>
            <pc:sldMk cId="216367126" sldId="377"/>
            <ac:spMk id="5" creationId="{247ADDD0-463E-ECDA-4D68-972A816693EF}"/>
          </ac:spMkLst>
        </pc:spChg>
        <pc:spChg chg="mod topLvl">
          <ac:chgData name="Gonzato, E. (Elia)" userId="6fe7f718-cb57-44f9-a1ed-36f4e9579e92" providerId="ADAL" clId="{D4D5A039-4906-4233-9861-5412901212BF}" dt="2026-08-12T13:52:01.731" v="1723" actId="14100"/>
          <ac:spMkLst>
            <pc:docMk/>
            <pc:sldMk cId="216367126" sldId="377"/>
            <ac:spMk id="13" creationId="{CEB45A27-5304-B4C3-310E-E893779860B1}"/>
          </ac:spMkLst>
        </pc:spChg>
        <pc:grpChg chg="topLvl">
          <ac:chgData name="Gonzato, E. (Elia)" userId="6fe7f718-cb57-44f9-a1ed-36f4e9579e92" providerId="ADAL" clId="{D4D5A039-4906-4233-9861-5412901212BF}" dt="2026-08-12T07:21:00.007" v="1488" actId="478"/>
          <ac:grpSpMkLst>
            <pc:docMk/>
            <pc:sldMk cId="216367126" sldId="377"/>
            <ac:grpSpMk id="27" creationId="{37E6C774-C89A-0AC7-BE3C-4B394FE6D3D4}"/>
          </ac:grpSpMkLst>
        </pc:grpChg>
        <pc:grpChg chg="del">
          <ac:chgData name="Gonzato, E. (Elia)" userId="6fe7f718-cb57-44f9-a1ed-36f4e9579e92" providerId="ADAL" clId="{D4D5A039-4906-4233-9861-5412901212BF}" dt="2026-08-12T07:21:00.007" v="1488" actId="478"/>
          <ac:grpSpMkLst>
            <pc:docMk/>
            <pc:sldMk cId="216367126" sldId="377"/>
            <ac:grpSpMk id="30" creationId="{846386F8-108A-D3E8-5BFF-F8FFF8FD1DC4}"/>
          </ac:grpSpMkLst>
        </pc:grpChg>
        <pc:picChg chg="add mod">
          <ac:chgData name="Gonzato, E. (Elia)" userId="6fe7f718-cb57-44f9-a1ed-36f4e9579e92" providerId="ADAL" clId="{D4D5A039-4906-4233-9861-5412901212BF}" dt="2026-08-12T07:02:09.642" v="1469" actId="1076"/>
          <ac:picMkLst>
            <pc:docMk/>
            <pc:sldMk cId="216367126" sldId="377"/>
            <ac:picMk id="3" creationId="{A6A1727C-00AE-A367-7B87-D8CA2EB5CC2C}"/>
          </ac:picMkLst>
        </pc:picChg>
        <pc:picChg chg="add del mod">
          <ac:chgData name="Gonzato, E. (Elia)" userId="6fe7f718-cb57-44f9-a1ed-36f4e9579e92" providerId="ADAL" clId="{D4D5A039-4906-4233-9861-5412901212BF}" dt="2026-08-12T13:52:13.290" v="1724" actId="478"/>
          <ac:picMkLst>
            <pc:docMk/>
            <pc:sldMk cId="216367126" sldId="377"/>
            <ac:picMk id="6" creationId="{765CBE16-6BE7-B3AE-6519-8D0FD26C1104}"/>
          </ac:picMkLst>
        </pc:picChg>
        <pc:picChg chg="add mod ord">
          <ac:chgData name="Gonzato, E. (Elia)" userId="6fe7f718-cb57-44f9-a1ed-36f4e9579e92" providerId="ADAL" clId="{D4D5A039-4906-4233-9861-5412901212BF}" dt="2026-08-12T13:11:00.321" v="1671" actId="1076"/>
          <ac:picMkLst>
            <pc:docMk/>
            <pc:sldMk cId="216367126" sldId="377"/>
            <ac:picMk id="7" creationId="{09C4C3E9-D13E-D1BA-8743-EDF6B2DA28D7}"/>
          </ac:picMkLst>
        </pc:picChg>
        <pc:picChg chg="del">
          <ac:chgData name="Gonzato, E. (Elia)" userId="6fe7f718-cb57-44f9-a1ed-36f4e9579e92" providerId="ADAL" clId="{D4D5A039-4906-4233-9861-5412901212BF}" dt="2026-08-12T07:01:50.414" v="1466" actId="478"/>
          <ac:picMkLst>
            <pc:docMk/>
            <pc:sldMk cId="216367126" sldId="377"/>
            <ac:picMk id="7" creationId="{2D0576D4-010F-2BED-07D7-791C10F983AD}"/>
          </ac:picMkLst>
        </pc:picChg>
        <pc:picChg chg="del">
          <ac:chgData name="Gonzato, E. (Elia)" userId="6fe7f718-cb57-44f9-a1ed-36f4e9579e92" providerId="ADAL" clId="{D4D5A039-4906-4233-9861-5412901212BF}" dt="2026-08-12T13:09:38.540" v="1659" actId="478"/>
          <ac:picMkLst>
            <pc:docMk/>
            <pc:sldMk cId="216367126" sldId="377"/>
            <ac:picMk id="10" creationId="{49CD4DB0-01CD-2069-DAE7-7E17B525F7EE}"/>
          </ac:picMkLst>
        </pc:picChg>
        <pc:picChg chg="add del mod">
          <ac:chgData name="Gonzato, E. (Elia)" userId="6fe7f718-cb57-44f9-a1ed-36f4e9579e92" providerId="ADAL" clId="{D4D5A039-4906-4233-9861-5412901212BF}" dt="2026-08-12T13:54:27.651" v="1729" actId="478"/>
          <ac:picMkLst>
            <pc:docMk/>
            <pc:sldMk cId="216367126" sldId="377"/>
            <ac:picMk id="10" creationId="{E36F2FF6-1151-93A0-95F3-EC570A286CE8}"/>
          </ac:picMkLst>
        </pc:picChg>
        <pc:picChg chg="del">
          <ac:chgData name="Gonzato, E. (Elia)" userId="6fe7f718-cb57-44f9-a1ed-36f4e9579e92" providerId="ADAL" clId="{D4D5A039-4906-4233-9861-5412901212BF}" dt="2026-08-12T07:29:51.854" v="1561" actId="478"/>
          <ac:picMkLst>
            <pc:docMk/>
            <pc:sldMk cId="216367126" sldId="377"/>
            <ac:picMk id="11" creationId="{5D703A3E-CB2C-AC20-0670-D0C024347256}"/>
          </ac:picMkLst>
        </pc:picChg>
        <pc:picChg chg="del">
          <ac:chgData name="Gonzato, E. (Elia)" userId="6fe7f718-cb57-44f9-a1ed-36f4e9579e92" providerId="ADAL" clId="{D4D5A039-4906-4233-9861-5412901212BF}" dt="2026-08-12T13:09:37.312" v="1658" actId="478"/>
          <ac:picMkLst>
            <pc:docMk/>
            <pc:sldMk cId="216367126" sldId="377"/>
            <ac:picMk id="12" creationId="{403069EB-4C6B-21FB-9B6D-1D4247256F9F}"/>
          </ac:picMkLst>
        </pc:picChg>
        <pc:picChg chg="add mod">
          <ac:chgData name="Gonzato, E. (Elia)" userId="6fe7f718-cb57-44f9-a1ed-36f4e9579e92" providerId="ADAL" clId="{D4D5A039-4906-4233-9861-5412901212BF}" dt="2026-08-12T13:55:15.361" v="1733" actId="1076"/>
          <ac:picMkLst>
            <pc:docMk/>
            <pc:sldMk cId="216367126" sldId="377"/>
            <ac:picMk id="12" creationId="{70111E60-AAAA-39C9-DA5E-B4A1A604ADC0}"/>
          </ac:picMkLst>
        </pc:picChg>
        <pc:picChg chg="add mod ord">
          <ac:chgData name="Gonzato, E. (Elia)" userId="6fe7f718-cb57-44f9-a1ed-36f4e9579e92" providerId="ADAL" clId="{D4D5A039-4906-4233-9861-5412901212BF}" dt="2026-08-12T13:10:29.991" v="1668" actId="167"/>
          <ac:picMkLst>
            <pc:docMk/>
            <pc:sldMk cId="216367126" sldId="377"/>
            <ac:picMk id="17" creationId="{CF6C72C3-B788-AC88-356F-DE40BF8F9A62}"/>
          </ac:picMkLst>
        </pc:picChg>
        <pc:picChg chg="add del mod ord">
          <ac:chgData name="Gonzato, E. (Elia)" userId="6fe7f718-cb57-44f9-a1ed-36f4e9579e92" providerId="ADAL" clId="{D4D5A039-4906-4233-9861-5412901212BF}" dt="2026-08-12T13:09:39.805" v="1660" actId="478"/>
          <ac:picMkLst>
            <pc:docMk/>
            <pc:sldMk cId="216367126" sldId="377"/>
            <ac:picMk id="18" creationId="{6D9002BA-A405-4342-EA3E-7B701B1A953B}"/>
          </ac:picMkLst>
        </pc:picChg>
        <pc:picChg chg="add mod">
          <ac:chgData name="Gonzato, E. (Elia)" userId="6fe7f718-cb57-44f9-a1ed-36f4e9579e92" providerId="ADAL" clId="{D4D5A039-4906-4233-9861-5412901212BF}" dt="2026-08-12T13:11:04.303" v="1672" actId="1076"/>
          <ac:picMkLst>
            <pc:docMk/>
            <pc:sldMk cId="216367126" sldId="377"/>
            <ac:picMk id="22" creationId="{9ACAB69D-BB62-4B6E-4900-710657DA4C11}"/>
          </ac:picMkLst>
        </pc:picChg>
        <pc:picChg chg="del topLvl">
          <ac:chgData name="Gonzato, E. (Elia)" userId="6fe7f718-cb57-44f9-a1ed-36f4e9579e92" providerId="ADAL" clId="{D4D5A039-4906-4233-9861-5412901212BF}" dt="2026-08-12T07:21:00.007" v="1488" actId="478"/>
          <ac:picMkLst>
            <pc:docMk/>
            <pc:sldMk cId="216367126" sldId="377"/>
            <ac:picMk id="29" creationId="{81251168-EAE0-CDA7-DFEB-64A50E7E4B2F}"/>
          </ac:picMkLst>
        </pc:picChg>
      </pc:sldChg>
      <pc:sldChg chg="addSp delSp modSp add del mod ord">
        <pc:chgData name="Gonzato, E. (Elia)" userId="6fe7f718-cb57-44f9-a1ed-36f4e9579e92" providerId="ADAL" clId="{D4D5A039-4906-4233-9861-5412901212BF}" dt="2026-08-12T13:51:44.591" v="1711" actId="1076"/>
        <pc:sldMkLst>
          <pc:docMk/>
          <pc:sldMk cId="2487307393" sldId="378"/>
        </pc:sldMkLst>
        <pc:spChg chg="mod">
          <ac:chgData name="Gonzato, E. (Elia)" userId="6fe7f718-cb57-44f9-a1ed-36f4e9579e92" providerId="ADAL" clId="{D4D5A039-4906-4233-9861-5412901212BF}" dt="2026-08-12T13:51:09.098" v="1704" actId="34135"/>
          <ac:spMkLst>
            <pc:docMk/>
            <pc:sldMk cId="2487307393" sldId="378"/>
            <ac:spMk id="5" creationId="{BFE2DCDA-112D-5559-3D80-D9D2441C8BB7}"/>
          </ac:spMkLst>
        </pc:spChg>
        <pc:spChg chg="mod topLvl">
          <ac:chgData name="Gonzato, E. (Elia)" userId="6fe7f718-cb57-44f9-a1ed-36f4e9579e92" providerId="ADAL" clId="{D4D5A039-4906-4233-9861-5412901212BF}" dt="2026-08-12T13:32:50.177" v="1684" actId="14100"/>
          <ac:spMkLst>
            <pc:docMk/>
            <pc:sldMk cId="2487307393" sldId="378"/>
            <ac:spMk id="13" creationId="{2CE8A0AA-93F6-BD04-64BE-858DB76A3F4B}"/>
          </ac:spMkLst>
        </pc:spChg>
        <pc:grpChg chg="mod">
          <ac:chgData name="Gonzato, E. (Elia)" userId="6fe7f718-cb57-44f9-a1ed-36f4e9579e92" providerId="ADAL" clId="{D4D5A039-4906-4233-9861-5412901212BF}" dt="2026-08-12T13:48:17.592" v="1691" actId="1076"/>
          <ac:grpSpMkLst>
            <pc:docMk/>
            <pc:sldMk cId="2487307393" sldId="378"/>
            <ac:grpSpMk id="37" creationId="{69360F32-1B6F-8C3E-C782-C57388C1A599}"/>
          </ac:grpSpMkLst>
        </pc:grpChg>
        <pc:picChg chg="add mod modCrop">
          <ac:chgData name="Gonzato, E. (Elia)" userId="6fe7f718-cb57-44f9-a1ed-36f4e9579e92" providerId="ADAL" clId="{D4D5A039-4906-4233-9861-5412901212BF}" dt="2026-08-12T07:12:49.609" v="1479" actId="1076"/>
          <ac:picMkLst>
            <pc:docMk/>
            <pc:sldMk cId="2487307393" sldId="378"/>
            <ac:picMk id="3" creationId="{142D9E14-AF51-7C90-A434-03A6E4D2D769}"/>
          </ac:picMkLst>
        </pc:picChg>
        <pc:picChg chg="del">
          <ac:chgData name="Gonzato, E. (Elia)" userId="6fe7f718-cb57-44f9-a1ed-36f4e9579e92" providerId="ADAL" clId="{D4D5A039-4906-4233-9861-5412901212BF}" dt="2026-08-12T13:48:46.012" v="1695" actId="478"/>
          <ac:picMkLst>
            <pc:docMk/>
            <pc:sldMk cId="2487307393" sldId="378"/>
            <ac:picMk id="6" creationId="{4C50F354-C30D-CCF8-E794-186A16FC0A39}"/>
          </ac:picMkLst>
        </pc:picChg>
        <pc:picChg chg="add mod ord">
          <ac:chgData name="Gonzato, E. (Elia)" userId="6fe7f718-cb57-44f9-a1ed-36f4e9579e92" providerId="ADAL" clId="{D4D5A039-4906-4233-9861-5412901212BF}" dt="2026-08-12T13:48:40.964" v="1694" actId="167"/>
          <ac:picMkLst>
            <pc:docMk/>
            <pc:sldMk cId="2487307393" sldId="378"/>
            <ac:picMk id="7" creationId="{E55DB334-35BE-8593-58BA-DE9CFC289A38}"/>
          </ac:picMkLst>
        </pc:picChg>
        <pc:picChg chg="add mod">
          <ac:chgData name="Gonzato, E. (Elia)" userId="6fe7f718-cb57-44f9-a1ed-36f4e9579e92" providerId="ADAL" clId="{D4D5A039-4906-4233-9861-5412901212BF}" dt="2026-08-12T13:51:17.263" v="1705" actId="1076"/>
          <ac:picMkLst>
            <pc:docMk/>
            <pc:sldMk cId="2487307393" sldId="378"/>
            <ac:picMk id="11" creationId="{24513107-8E2B-8FD5-4212-926A0583C23A}"/>
          </ac:picMkLst>
        </pc:picChg>
        <pc:picChg chg="add mod">
          <ac:chgData name="Gonzato, E. (Elia)" userId="6fe7f718-cb57-44f9-a1ed-36f4e9579e92" providerId="ADAL" clId="{D4D5A039-4906-4233-9861-5412901212BF}" dt="2026-08-12T13:51:44.591" v="1711" actId="1076"/>
          <ac:picMkLst>
            <pc:docMk/>
            <pc:sldMk cId="2487307393" sldId="378"/>
            <ac:picMk id="17" creationId="{82EE8EB7-A68A-6EBF-8803-635F282F1CBA}"/>
          </ac:picMkLst>
        </pc:picChg>
        <pc:picChg chg="del">
          <ac:chgData name="Gonzato, E. (Elia)" userId="6fe7f718-cb57-44f9-a1ed-36f4e9579e92" providerId="ADAL" clId="{D4D5A039-4906-4233-9861-5412901212BF}" dt="2026-08-12T13:51:26.191" v="1706" actId="478"/>
          <ac:picMkLst>
            <pc:docMk/>
            <pc:sldMk cId="2487307393" sldId="378"/>
            <ac:picMk id="18" creationId="{BFDD7597-2D89-E0B6-B968-CFCE989F3F5D}"/>
          </ac:picMkLst>
        </pc:picChg>
        <pc:picChg chg="del">
          <ac:chgData name="Gonzato, E. (Elia)" userId="6fe7f718-cb57-44f9-a1ed-36f4e9579e92" providerId="ADAL" clId="{D4D5A039-4906-4233-9861-5412901212BF}" dt="2026-08-12T13:48:02.292" v="1687" actId="478"/>
          <ac:picMkLst>
            <pc:docMk/>
            <pc:sldMk cId="2487307393" sldId="378"/>
            <ac:picMk id="22" creationId="{965ADEF4-6B74-C737-827E-9D6F0812A993}"/>
          </ac:picMkLst>
        </pc:picChg>
        <pc:picChg chg="del">
          <ac:chgData name="Gonzato, E. (Elia)" userId="6fe7f718-cb57-44f9-a1ed-36f4e9579e92" providerId="ADAL" clId="{D4D5A039-4906-4233-9861-5412901212BF}" dt="2026-08-12T07:12:18.655" v="1477" actId="478"/>
          <ac:picMkLst>
            <pc:docMk/>
            <pc:sldMk cId="2487307393" sldId="378"/>
            <ac:picMk id="34" creationId="{E5C66E9D-A5A1-ECCB-4560-3E854ED774EE}"/>
          </ac:picMkLst>
        </pc:picChg>
      </pc:sldChg>
      <pc:sldChg chg="addSp delSp modSp add mod modNotesTx">
        <pc:chgData name="Gonzato, E. (Elia)" userId="6fe7f718-cb57-44f9-a1ed-36f4e9579e92" providerId="ADAL" clId="{D4D5A039-4906-4233-9861-5412901212BF}" dt="2026-08-11T13:02:16.771" v="1418" actId="1076"/>
        <pc:sldMkLst>
          <pc:docMk/>
          <pc:sldMk cId="2844683051" sldId="380"/>
        </pc:sldMkLst>
        <pc:spChg chg="del">
          <ac:chgData name="Gonzato, E. (Elia)" userId="6fe7f718-cb57-44f9-a1ed-36f4e9579e92" providerId="ADAL" clId="{D4D5A039-4906-4233-9861-5412901212BF}" dt="2026-08-11T13:02:03.673" v="1413" actId="478"/>
          <ac:spMkLst>
            <pc:docMk/>
            <pc:sldMk cId="2844683051" sldId="380"/>
            <ac:spMk id="9" creationId="{56B9D48F-51FF-E1E8-DFD8-EAED7BCC989D}"/>
          </ac:spMkLst>
        </pc:spChg>
        <pc:spChg chg="del">
          <ac:chgData name="Gonzato, E. (Elia)" userId="6fe7f718-cb57-44f9-a1ed-36f4e9579e92" providerId="ADAL" clId="{D4D5A039-4906-4233-9861-5412901212BF}" dt="2026-08-11T13:02:03.673" v="1413" actId="478"/>
          <ac:spMkLst>
            <pc:docMk/>
            <pc:sldMk cId="2844683051" sldId="380"/>
            <ac:spMk id="18" creationId="{9459F539-85EF-20D6-9ABF-09C08BECB120}"/>
          </ac:spMkLst>
        </pc:spChg>
        <pc:spChg chg="add">
          <ac:chgData name="Gonzato, E. (Elia)" userId="6fe7f718-cb57-44f9-a1ed-36f4e9579e92" providerId="ADAL" clId="{D4D5A039-4906-4233-9861-5412901212BF}" dt="2026-08-11T13:02:04.287" v="1414" actId="22"/>
          <ac:spMkLst>
            <pc:docMk/>
            <pc:sldMk cId="2844683051" sldId="380"/>
            <ac:spMk id="19" creationId="{4981C91A-3253-C73D-37CD-764C75ADED4E}"/>
          </ac:spMkLst>
        </pc:spChg>
        <pc:spChg chg="add">
          <ac:chgData name="Gonzato, E. (Elia)" userId="6fe7f718-cb57-44f9-a1ed-36f4e9579e92" providerId="ADAL" clId="{D4D5A039-4906-4233-9861-5412901212BF}" dt="2026-08-11T13:02:04.287" v="1414" actId="22"/>
          <ac:spMkLst>
            <pc:docMk/>
            <pc:sldMk cId="2844683051" sldId="380"/>
            <ac:spMk id="21" creationId="{02FC8F8C-7946-B215-A280-DE2760AE5737}"/>
          </ac:spMkLst>
        </pc:spChg>
        <pc:spChg chg="del">
          <ac:chgData name="Gonzato, E. (Elia)" userId="6fe7f718-cb57-44f9-a1ed-36f4e9579e92" providerId="ADAL" clId="{D4D5A039-4906-4233-9861-5412901212BF}" dt="2026-08-11T13:02:03.673" v="1413" actId="478"/>
          <ac:spMkLst>
            <pc:docMk/>
            <pc:sldMk cId="2844683051" sldId="380"/>
            <ac:spMk id="23" creationId="{FA47DB9E-A95E-EB69-6F31-2DBAA66D7AF5}"/>
          </ac:spMkLst>
        </pc:spChg>
        <pc:spChg chg="add del">
          <ac:chgData name="Gonzato, E. (Elia)" userId="6fe7f718-cb57-44f9-a1ed-36f4e9579e92" providerId="ADAL" clId="{D4D5A039-4906-4233-9861-5412901212BF}" dt="2026-08-11T13:02:08.013" v="1416" actId="22"/>
          <ac:spMkLst>
            <pc:docMk/>
            <pc:sldMk cId="2844683051" sldId="380"/>
            <ac:spMk id="27" creationId="{80DA7DA1-CE85-9201-DC54-854214037DEA}"/>
          </ac:spMkLst>
        </pc:spChg>
        <pc:spChg chg="add del">
          <ac:chgData name="Gonzato, E. (Elia)" userId="6fe7f718-cb57-44f9-a1ed-36f4e9579e92" providerId="ADAL" clId="{D4D5A039-4906-4233-9861-5412901212BF}" dt="2026-08-11T13:02:08.013" v="1416" actId="22"/>
          <ac:spMkLst>
            <pc:docMk/>
            <pc:sldMk cId="2844683051" sldId="380"/>
            <ac:spMk id="29" creationId="{8CF8524D-45FB-7B35-E20C-D722336C65E4}"/>
          </ac:spMkLst>
        </pc:spChg>
        <pc:spChg chg="add mod">
          <ac:chgData name="Gonzato, E. (Elia)" userId="6fe7f718-cb57-44f9-a1ed-36f4e9579e92" providerId="ADAL" clId="{D4D5A039-4906-4233-9861-5412901212BF}" dt="2026-08-11T13:02:16.771" v="1418" actId="1076"/>
          <ac:spMkLst>
            <pc:docMk/>
            <pc:sldMk cId="2844683051" sldId="380"/>
            <ac:spMk id="31" creationId="{08AC91ED-AEA3-4BBA-EB2C-1492440C5E33}"/>
          </ac:spMkLst>
        </pc:spChg>
      </pc:sldChg>
      <pc:sldChg chg="addSp delSp modSp add mod">
        <pc:chgData name="Gonzato, E. (Elia)" userId="6fe7f718-cb57-44f9-a1ed-36f4e9579e92" providerId="ADAL" clId="{D4D5A039-4906-4233-9861-5412901212BF}" dt="2026-08-11T13:01:51.689" v="1412" actId="22"/>
        <pc:sldMkLst>
          <pc:docMk/>
          <pc:sldMk cId="3419541224" sldId="381"/>
        </pc:sldMkLst>
        <pc:spChg chg="mod">
          <ac:chgData name="Gonzato, E. (Elia)" userId="6fe7f718-cb57-44f9-a1ed-36f4e9579e92" providerId="ADAL" clId="{D4D5A039-4906-4233-9861-5412901212BF}" dt="2026-08-11T13:01:47.950" v="1410" actId="1076"/>
          <ac:spMkLst>
            <pc:docMk/>
            <pc:sldMk cId="3419541224" sldId="381"/>
            <ac:spMk id="9" creationId="{F8E85A5E-B40B-ADE4-9FB5-F6ED2A492A9D}"/>
          </ac:spMkLst>
        </pc:spChg>
        <pc:spChg chg="add">
          <ac:chgData name="Gonzato, E. (Elia)" userId="6fe7f718-cb57-44f9-a1ed-36f4e9579e92" providerId="ADAL" clId="{D4D5A039-4906-4233-9861-5412901212BF}" dt="2026-08-11T13:01:51.689" v="1412" actId="22"/>
          <ac:spMkLst>
            <pc:docMk/>
            <pc:sldMk cId="3419541224" sldId="381"/>
            <ac:spMk id="11" creationId="{861DB5D1-920F-F445-D8B2-996DEC93D306}"/>
          </ac:spMkLst>
        </pc:spChg>
        <pc:spChg chg="del">
          <ac:chgData name="Gonzato, E. (Elia)" userId="6fe7f718-cb57-44f9-a1ed-36f4e9579e92" providerId="ADAL" clId="{D4D5A039-4906-4233-9861-5412901212BF}" dt="2026-08-11T13:01:50.639" v="1411" actId="478"/>
          <ac:spMkLst>
            <pc:docMk/>
            <pc:sldMk cId="3419541224" sldId="381"/>
            <ac:spMk id="23" creationId="{7217F83F-1E7D-03C3-DCFF-2079F0F033DD}"/>
          </ac:spMkLst>
        </pc:spChg>
      </pc:sldChg>
      <pc:sldChg chg="addSp delSp add mod">
        <pc:chgData name="Gonzato, E. (Elia)" userId="6fe7f718-cb57-44f9-a1ed-36f4e9579e92" providerId="ADAL" clId="{D4D5A039-4906-4233-9861-5412901212BF}" dt="2026-08-12T07:18:14.563" v="1487" actId="22"/>
        <pc:sldMkLst>
          <pc:docMk/>
          <pc:sldMk cId="2036086112" sldId="382"/>
        </pc:sldMkLst>
        <pc:spChg chg="add">
          <ac:chgData name="Gonzato, E. (Elia)" userId="6fe7f718-cb57-44f9-a1ed-36f4e9579e92" providerId="ADAL" clId="{D4D5A039-4906-4233-9861-5412901212BF}" dt="2026-08-12T07:18:14.563" v="1487" actId="22"/>
          <ac:spMkLst>
            <pc:docMk/>
            <pc:sldMk cId="2036086112" sldId="382"/>
            <ac:spMk id="10" creationId="{A531BB05-EA5E-CD31-5E0A-FA2B6A20C4B4}"/>
          </ac:spMkLst>
        </pc:spChg>
        <pc:spChg chg="del">
          <ac:chgData name="Gonzato, E. (Elia)" userId="6fe7f718-cb57-44f9-a1ed-36f4e9579e92" providerId="ADAL" clId="{D4D5A039-4906-4233-9861-5412901212BF}" dt="2026-08-12T07:18:03.352" v="1480" actId="478"/>
          <ac:spMkLst>
            <pc:docMk/>
            <pc:sldMk cId="2036086112" sldId="382"/>
            <ac:spMk id="23" creationId="{1E52CD0B-DDD6-7E92-2299-E45994D8E028}"/>
          </ac:spMkLst>
        </pc:spChg>
        <pc:picChg chg="add del">
          <ac:chgData name="Gonzato, E. (Elia)" userId="6fe7f718-cb57-44f9-a1ed-36f4e9579e92" providerId="ADAL" clId="{D4D5A039-4906-4233-9861-5412901212BF}" dt="2026-08-12T07:18:06.034" v="1484" actId="22"/>
          <ac:picMkLst>
            <pc:docMk/>
            <pc:sldMk cId="2036086112" sldId="382"/>
            <ac:picMk id="5" creationId="{2B843FCB-F7E1-BE5A-CE0A-812AA39E99ED}"/>
          </ac:picMkLst>
        </pc:picChg>
        <pc:picChg chg="add del">
          <ac:chgData name="Gonzato, E. (Elia)" userId="6fe7f718-cb57-44f9-a1ed-36f4e9579e92" providerId="ADAL" clId="{D4D5A039-4906-4233-9861-5412901212BF}" dt="2026-08-12T07:18:05.822" v="1483" actId="22"/>
          <ac:picMkLst>
            <pc:docMk/>
            <pc:sldMk cId="2036086112" sldId="382"/>
            <ac:picMk id="8" creationId="{26A3EE31-E451-AAF4-9489-938C1F6AF7DC}"/>
          </ac:picMkLst>
        </pc:picChg>
      </pc:sldChg>
      <pc:sldChg chg="modSp add mod">
        <pc:chgData name="Gonzato, E. (Elia)" userId="6fe7f718-cb57-44f9-a1ed-36f4e9579e92" providerId="ADAL" clId="{D4D5A039-4906-4233-9861-5412901212BF}" dt="2026-08-12T07:18:11.594" v="1486" actId="1076"/>
        <pc:sldMkLst>
          <pc:docMk/>
          <pc:sldMk cId="3772535701" sldId="383"/>
        </pc:sldMkLst>
        <pc:spChg chg="mod">
          <ac:chgData name="Gonzato, E. (Elia)" userId="6fe7f718-cb57-44f9-a1ed-36f4e9579e92" providerId="ADAL" clId="{D4D5A039-4906-4233-9861-5412901212BF}" dt="2026-08-12T07:18:11.594" v="1486" actId="1076"/>
          <ac:spMkLst>
            <pc:docMk/>
            <pc:sldMk cId="3772535701" sldId="383"/>
            <ac:spMk id="23" creationId="{69EB5821-9A7B-C727-60CE-1521BB3984CA}"/>
          </ac:spMkLst>
        </pc:spChg>
      </pc:sldChg>
      <pc:sldChg chg="addSp delSp modSp add mod">
        <pc:chgData name="Gonzato, E. (Elia)" userId="6fe7f718-cb57-44f9-a1ed-36f4e9579e92" providerId="ADAL" clId="{D4D5A039-4906-4233-9861-5412901212BF}" dt="2026-08-11T13:02:36.963" v="1424" actId="478"/>
        <pc:sldMkLst>
          <pc:docMk/>
          <pc:sldMk cId="467379385" sldId="384"/>
        </pc:sldMkLst>
        <pc:spChg chg="del">
          <ac:chgData name="Gonzato, E. (Elia)" userId="6fe7f718-cb57-44f9-a1ed-36f4e9579e92" providerId="ADAL" clId="{D4D5A039-4906-4233-9861-5412901212BF}" dt="2026-08-11T13:02:30.046" v="1421" actId="478"/>
          <ac:spMkLst>
            <pc:docMk/>
            <pc:sldMk cId="467379385" sldId="384"/>
            <ac:spMk id="9" creationId="{2DF19D8B-385D-D2F0-6612-0EF1B259BBB7}"/>
          </ac:spMkLst>
        </pc:spChg>
        <pc:spChg chg="add">
          <ac:chgData name="Gonzato, E. (Elia)" userId="6fe7f718-cb57-44f9-a1ed-36f4e9579e92" providerId="ADAL" clId="{D4D5A039-4906-4233-9861-5412901212BF}" dt="2026-08-11T13:02:30.364" v="1422" actId="22"/>
          <ac:spMkLst>
            <pc:docMk/>
            <pc:sldMk cId="467379385" sldId="384"/>
            <ac:spMk id="11" creationId="{DA7BBED0-4E2C-6D97-240C-7B084AF6B22D}"/>
          </ac:spMkLst>
        </pc:spChg>
        <pc:spChg chg="add">
          <ac:chgData name="Gonzato, E. (Elia)" userId="6fe7f718-cb57-44f9-a1ed-36f4e9579e92" providerId="ADAL" clId="{D4D5A039-4906-4233-9861-5412901212BF}" dt="2026-08-11T13:02:30.364" v="1422" actId="22"/>
          <ac:spMkLst>
            <pc:docMk/>
            <pc:sldMk cId="467379385" sldId="384"/>
            <ac:spMk id="15" creationId="{BE7E17C2-D191-F9FA-CBBC-FD065FDFB1F6}"/>
          </ac:spMkLst>
        </pc:spChg>
        <pc:spChg chg="add">
          <ac:chgData name="Gonzato, E. (Elia)" userId="6fe7f718-cb57-44f9-a1ed-36f4e9579e92" providerId="ADAL" clId="{D4D5A039-4906-4233-9861-5412901212BF}" dt="2026-08-04T06:08:15.198" v="1002" actId="22"/>
          <ac:spMkLst>
            <pc:docMk/>
            <pc:sldMk cId="467379385" sldId="384"/>
            <ac:spMk id="19" creationId="{EBFA8FE4-EA82-1178-0158-F0530D2BC538}"/>
          </ac:spMkLst>
        </pc:spChg>
        <pc:spChg chg="add del mod">
          <ac:chgData name="Gonzato, E. (Elia)" userId="6fe7f718-cb57-44f9-a1ed-36f4e9579e92" providerId="ADAL" clId="{D4D5A039-4906-4233-9861-5412901212BF}" dt="2026-08-11T13:02:36.963" v="1424" actId="478"/>
          <ac:spMkLst>
            <pc:docMk/>
            <pc:sldMk cId="467379385" sldId="384"/>
            <ac:spMk id="20" creationId="{3A10B47F-93C3-F5A3-C748-83BF9E237EA9}"/>
          </ac:spMkLst>
        </pc:spChg>
        <pc:spChg chg="del">
          <ac:chgData name="Gonzato, E. (Elia)" userId="6fe7f718-cb57-44f9-a1ed-36f4e9579e92" providerId="ADAL" clId="{D4D5A039-4906-4233-9861-5412901212BF}" dt="2026-08-11T13:02:30.046" v="1421" actId="478"/>
          <ac:spMkLst>
            <pc:docMk/>
            <pc:sldMk cId="467379385" sldId="384"/>
            <ac:spMk id="23" creationId="{E4F90138-1AA2-EFAD-821B-FB9BBDD95867}"/>
          </ac:spMkLst>
        </pc:spChg>
      </pc:sldChg>
      <pc:sldChg chg="addSp delSp add mod">
        <pc:chgData name="Gonzato, E. (Elia)" userId="6fe7f718-cb57-44f9-a1ed-36f4e9579e92" providerId="ADAL" clId="{D4D5A039-4906-4233-9861-5412901212BF}" dt="2026-08-11T13:02:45.639" v="1427" actId="478"/>
        <pc:sldMkLst>
          <pc:docMk/>
          <pc:sldMk cId="2591317060" sldId="385"/>
        </pc:sldMkLst>
        <pc:spChg chg="add del">
          <ac:chgData name="Gonzato, E. (Elia)" userId="6fe7f718-cb57-44f9-a1ed-36f4e9579e92" providerId="ADAL" clId="{D4D5A039-4906-4233-9861-5412901212BF}" dt="2026-08-11T13:02:45.639" v="1427" actId="478"/>
          <ac:spMkLst>
            <pc:docMk/>
            <pc:sldMk cId="2591317060" sldId="385"/>
            <ac:spMk id="8" creationId="{D67B5147-9012-4890-CBED-BB934DF12EF7}"/>
          </ac:spMkLst>
        </pc:spChg>
        <pc:spChg chg="add">
          <ac:chgData name="Gonzato, E. (Elia)" userId="6fe7f718-cb57-44f9-a1ed-36f4e9579e92" providerId="ADAL" clId="{D4D5A039-4906-4233-9861-5412901212BF}" dt="2026-08-04T06:08:29.409" v="1006" actId="22"/>
          <ac:spMkLst>
            <pc:docMk/>
            <pc:sldMk cId="2591317060" sldId="385"/>
            <ac:spMk id="11" creationId="{41B4DFF4-C125-9196-AA0C-63B3D348BD5E}"/>
          </ac:spMkLst>
        </pc:spChg>
        <pc:spChg chg="add">
          <ac:chgData name="Gonzato, E. (Elia)" userId="6fe7f718-cb57-44f9-a1ed-36f4e9579e92" providerId="ADAL" clId="{D4D5A039-4906-4233-9861-5412901212BF}" dt="2026-08-11T13:02:42.494" v="1426" actId="22"/>
          <ac:spMkLst>
            <pc:docMk/>
            <pc:sldMk cId="2591317060" sldId="385"/>
            <ac:spMk id="12" creationId="{E7618852-A9D3-1B9F-35C7-82E4D0D67D31}"/>
          </ac:spMkLst>
        </pc:spChg>
        <pc:spChg chg="add del">
          <ac:chgData name="Gonzato, E. (Elia)" userId="6fe7f718-cb57-44f9-a1ed-36f4e9579e92" providerId="ADAL" clId="{D4D5A039-4906-4233-9861-5412901212BF}" dt="2026-08-11T13:02:45.639" v="1427" actId="478"/>
          <ac:spMkLst>
            <pc:docMk/>
            <pc:sldMk cId="2591317060" sldId="385"/>
            <ac:spMk id="18" creationId="{0736556F-E292-86EB-AD56-62328EF4BA55}"/>
          </ac:spMkLst>
        </pc:spChg>
        <pc:spChg chg="del">
          <ac:chgData name="Gonzato, E. (Elia)" userId="6fe7f718-cb57-44f9-a1ed-36f4e9579e92" providerId="ADAL" clId="{D4D5A039-4906-4233-9861-5412901212BF}" dt="2026-08-11T13:02:42.148" v="1425" actId="478"/>
          <ac:spMkLst>
            <pc:docMk/>
            <pc:sldMk cId="2591317060" sldId="385"/>
            <ac:spMk id="23" creationId="{6C61A2D5-58B6-2E31-110C-0DC19B9CCB7E}"/>
          </ac:spMkLst>
        </pc:spChg>
      </pc:sldChg>
      <pc:sldChg chg="delSp modSp add mod">
        <pc:chgData name="Gonzato, E. (Elia)" userId="6fe7f718-cb57-44f9-a1ed-36f4e9579e92" providerId="ADAL" clId="{D4D5A039-4906-4233-9861-5412901212BF}" dt="2026-08-12T12:48:11.743" v="1633" actId="478"/>
        <pc:sldMkLst>
          <pc:docMk/>
          <pc:sldMk cId="1941925743" sldId="386"/>
        </pc:sldMkLst>
        <pc:picChg chg="del mod">
          <ac:chgData name="Gonzato, E. (Elia)" userId="6fe7f718-cb57-44f9-a1ed-36f4e9579e92" providerId="ADAL" clId="{D4D5A039-4906-4233-9861-5412901212BF}" dt="2026-08-12T12:48:08.743" v="1630" actId="478"/>
          <ac:picMkLst>
            <pc:docMk/>
            <pc:sldMk cId="1941925743" sldId="386"/>
            <ac:picMk id="36" creationId="{726AF1F9-A3D9-5E2F-8BB2-33DA41637EC4}"/>
          </ac:picMkLst>
        </pc:picChg>
        <pc:picChg chg="del">
          <ac:chgData name="Gonzato, E. (Elia)" userId="6fe7f718-cb57-44f9-a1ed-36f4e9579e92" providerId="ADAL" clId="{D4D5A039-4906-4233-9861-5412901212BF}" dt="2026-08-12T12:48:11.145" v="1632" actId="478"/>
          <ac:picMkLst>
            <pc:docMk/>
            <pc:sldMk cId="1941925743" sldId="386"/>
            <ac:picMk id="39" creationId="{79A3B431-8DE9-3483-B3E1-B84C08715756}"/>
          </ac:picMkLst>
        </pc:picChg>
        <pc:picChg chg="del">
          <ac:chgData name="Gonzato, E. (Elia)" userId="6fe7f718-cb57-44f9-a1ed-36f4e9579e92" providerId="ADAL" clId="{D4D5A039-4906-4233-9861-5412901212BF}" dt="2026-08-12T12:48:11.743" v="1633" actId="478"/>
          <ac:picMkLst>
            <pc:docMk/>
            <pc:sldMk cId="1941925743" sldId="386"/>
            <ac:picMk id="41" creationId="{2F2FB4EB-98F1-3E62-B4AE-9DF083C783F6}"/>
          </ac:picMkLst>
        </pc:picChg>
        <pc:picChg chg="del">
          <ac:chgData name="Gonzato, E. (Elia)" userId="6fe7f718-cb57-44f9-a1ed-36f4e9579e92" providerId="ADAL" clId="{D4D5A039-4906-4233-9861-5412901212BF}" dt="2026-08-12T12:48:10.574" v="1631" actId="478"/>
          <ac:picMkLst>
            <pc:docMk/>
            <pc:sldMk cId="1941925743" sldId="386"/>
            <ac:picMk id="43" creationId="{41CE6B73-BBE0-1360-9353-60504B557418}"/>
          </ac:picMkLst>
        </pc:picChg>
      </pc:sldChg>
      <pc:sldChg chg="delSp add mod">
        <pc:chgData name="Gonzato, E. (Elia)" userId="6fe7f718-cb57-44f9-a1ed-36f4e9579e92" providerId="ADAL" clId="{D4D5A039-4906-4233-9861-5412901212BF}" dt="2026-08-12T12:48:15.406" v="1635" actId="478"/>
        <pc:sldMkLst>
          <pc:docMk/>
          <pc:sldMk cId="2744833182" sldId="387"/>
        </pc:sldMkLst>
        <pc:picChg chg="del">
          <ac:chgData name="Gonzato, E. (Elia)" userId="6fe7f718-cb57-44f9-a1ed-36f4e9579e92" providerId="ADAL" clId="{D4D5A039-4906-4233-9861-5412901212BF}" dt="2026-08-12T12:48:14.865" v="1634" actId="478"/>
          <ac:picMkLst>
            <pc:docMk/>
            <pc:sldMk cId="2744833182" sldId="387"/>
            <ac:picMk id="41" creationId="{BB2AD8FC-DDD7-2D91-A0A9-43B7F026E836}"/>
          </ac:picMkLst>
        </pc:picChg>
        <pc:picChg chg="del">
          <ac:chgData name="Gonzato, E. (Elia)" userId="6fe7f718-cb57-44f9-a1ed-36f4e9579e92" providerId="ADAL" clId="{D4D5A039-4906-4233-9861-5412901212BF}" dt="2026-08-12T12:48:15.406" v="1635" actId="478"/>
          <ac:picMkLst>
            <pc:docMk/>
            <pc:sldMk cId="2744833182" sldId="387"/>
            <ac:picMk id="43" creationId="{FD562CAE-D220-FA04-92E2-CE43CEE7F6FE}"/>
          </ac:picMkLst>
        </pc:picChg>
      </pc:sldChg>
      <pc:sldChg chg="modSp add mod">
        <pc:chgData name="Gonzato, E. (Elia)" userId="6fe7f718-cb57-44f9-a1ed-36f4e9579e92" providerId="ADAL" clId="{D4D5A039-4906-4233-9861-5412901212BF}" dt="2026-08-12T13:08:20.521" v="1657" actId="1076"/>
        <pc:sldMkLst>
          <pc:docMk/>
          <pc:sldMk cId="69673100" sldId="388"/>
        </pc:sldMkLst>
        <pc:picChg chg="mod">
          <ac:chgData name="Gonzato, E. (Elia)" userId="6fe7f718-cb57-44f9-a1ed-36f4e9579e92" providerId="ADAL" clId="{D4D5A039-4906-4233-9861-5412901212BF}" dt="2026-08-12T13:08:20.521" v="1657" actId="1076"/>
          <ac:picMkLst>
            <pc:docMk/>
            <pc:sldMk cId="69673100" sldId="388"/>
            <ac:picMk id="41" creationId="{F1A0E93D-4072-0E98-4C43-4229CD45F70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nl-NL" sz="3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Klik om de dia te verplaatsen</a:t>
            </a: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Klik om de opmaak van de notities te bewerken</a:t>
            </a:r>
          </a:p>
        </p:txBody>
      </p:sp>
      <p:sp>
        <p:nvSpPr>
          <p:cNvPr id="2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&lt;koptekst&gt;</a:t>
            </a:r>
          </a:p>
        </p:txBody>
      </p:sp>
      <p:sp>
        <p:nvSpPr>
          <p:cNvPr id="21" name="PlaceHolder 4"/>
          <p:cNvSpPr>
            <a:spLocks noGrp="1"/>
          </p:cNvSpPr>
          <p:nvPr>
            <p:ph type="dt" idx="5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&lt;datum/tijd&gt;</a:t>
            </a:r>
          </a:p>
        </p:txBody>
      </p:sp>
      <p:sp>
        <p:nvSpPr>
          <p:cNvPr id="22" name="PlaceHolder 5"/>
          <p:cNvSpPr>
            <a:spLocks noGrp="1"/>
          </p:cNvSpPr>
          <p:nvPr>
            <p:ph type="ftr" idx="6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&lt;voettekst&gt;</a:t>
            </a:r>
          </a:p>
        </p:txBody>
      </p:sp>
      <p:sp>
        <p:nvSpPr>
          <p:cNvPr id="23" name="PlaceHolder 6"/>
          <p:cNvSpPr>
            <a:spLocks noGrp="1"/>
          </p:cNvSpPr>
          <p:nvPr>
            <p:ph type="sldNum" idx="7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F8C8A53-726E-44B6-9C42-96BAFD3AED3D}" type="slidenum"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5825" cy="3355975"/>
          </a:xfrm>
          <a:prstGeom prst="rect">
            <a:avLst/>
          </a:prstGeom>
          <a:ln w="0">
            <a:noFill/>
          </a:ln>
        </p:spPr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681120" y="4784760"/>
            <a:ext cx="5447880" cy="3914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sldNum" idx="15"/>
          </p:nvPr>
        </p:nvSpPr>
        <p:spPr>
          <a:xfrm>
            <a:off x="3857760" y="9443520"/>
            <a:ext cx="2950920" cy="498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nl-NL" sz="1200" b="0" u="none" strike="noStrike">
                <a:solidFill>
                  <a:schemeClr val="dk1"/>
                </a:solidFill>
                <a:effectLst/>
                <a:uFillTx/>
                <a:latin typeface="Univers 45 Ligh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2502F9D-C318-4707-A07C-6FFC61FA097E}" type="slidenum">
              <a:rPr lang="nl-NL" sz="1200" b="0" u="none" strike="noStrike">
                <a:solidFill>
                  <a:schemeClr val="dk1"/>
                </a:solidFill>
                <a:effectLst/>
                <a:uFillTx/>
                <a:latin typeface="Univers 45 Light"/>
                <a:ea typeface="+mn-ea"/>
              </a:rPr>
              <a:t>1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The </a:t>
            </a:r>
            <a:r>
              <a:rPr lang="nl-NL" dirty="0" err="1"/>
              <a:t>problem</a:t>
            </a:r>
            <a:r>
              <a:rPr lang="nl-NL" dirty="0"/>
              <a:t> here is </a:t>
            </a:r>
            <a:r>
              <a:rPr lang="nl-NL" dirty="0" err="1"/>
              <a:t>that</a:t>
            </a:r>
            <a:r>
              <a:rPr lang="nl-NL" dirty="0"/>
              <a:t> </a:t>
            </a:r>
            <a:r>
              <a:rPr lang="nl-NL" dirty="0" err="1"/>
              <a:t>certain</a:t>
            </a:r>
            <a:r>
              <a:rPr lang="nl-NL" dirty="0"/>
              <a:t> </a:t>
            </a:r>
            <a:r>
              <a:rPr lang="nl-NL" dirty="0" err="1"/>
              <a:t>people</a:t>
            </a:r>
            <a:r>
              <a:rPr lang="nl-NL" dirty="0"/>
              <a:t> </a:t>
            </a:r>
            <a:r>
              <a:rPr lang="nl-NL" dirty="0" err="1"/>
              <a:t>may</a:t>
            </a:r>
            <a:r>
              <a:rPr lang="nl-NL" dirty="0"/>
              <a:t> </a:t>
            </a:r>
            <a:r>
              <a:rPr lang="nl-NL" dirty="0" err="1"/>
              <a:t>think</a:t>
            </a:r>
            <a:r>
              <a:rPr lang="nl-NL" dirty="0"/>
              <a:t> </a:t>
            </a:r>
            <a:r>
              <a:rPr lang="nl-NL" dirty="0" err="1"/>
              <a:t>that</a:t>
            </a:r>
            <a:r>
              <a:rPr lang="nl-NL" dirty="0"/>
              <a:t> </a:t>
            </a:r>
            <a:r>
              <a:rPr lang="nl-NL" dirty="0" err="1"/>
              <a:t>this</a:t>
            </a:r>
            <a:r>
              <a:rPr lang="nl-NL" dirty="0"/>
              <a:t> is </a:t>
            </a:r>
            <a:r>
              <a:rPr lang="nl-NL" dirty="0" err="1"/>
              <a:t>not</a:t>
            </a:r>
            <a:r>
              <a:rPr lang="nl-NL" dirty="0"/>
              <a:t> </a:t>
            </a:r>
            <a:r>
              <a:rPr lang="nl-NL" dirty="0" err="1"/>
              <a:t>particularly</a:t>
            </a:r>
            <a:r>
              <a:rPr lang="nl-NL" dirty="0"/>
              <a:t> different </a:t>
            </a:r>
            <a:r>
              <a:rPr lang="nl-NL" dirty="0" err="1"/>
              <a:t>from</a:t>
            </a:r>
            <a:r>
              <a:rPr lang="nl-NL" dirty="0"/>
              <a:t> TTE, but efficiency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estimand</a:t>
            </a:r>
            <a:r>
              <a:rPr lang="nl-NL"/>
              <a:t> is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.</a:t>
            </a:r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7"/>
          </p:nvPr>
        </p:nvSpPr>
        <p:spPr/>
        <p:txBody>
          <a:bodyPr/>
          <a:lstStyle/>
          <a:p>
            <a:pPr indent="0" algn="r">
              <a:buNone/>
            </a:pPr>
            <a:fld id="{4F8C8A53-726E-44B6-9C42-96BAFD3AED3D}" type="slidenum">
              <a:rPr lang="en-GB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11</a:t>
            </a:fld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130366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eldi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6"/>
          <p:cNvPicPr/>
          <p:nvPr/>
        </p:nvPicPr>
        <p:blipFill>
          <a:blip r:embed="rId2"/>
          <a:stretch/>
        </p:blipFill>
        <p:spPr>
          <a:xfrm>
            <a:off x="0" y="0"/>
            <a:ext cx="9140400" cy="5143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" name="Afbeelding 6"/>
          <p:cNvPicPr/>
          <p:nvPr/>
        </p:nvPicPr>
        <p:blipFill>
          <a:blip r:embed="rId3"/>
          <a:stretch/>
        </p:blipFill>
        <p:spPr>
          <a:xfrm>
            <a:off x="0" y="0"/>
            <a:ext cx="914040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nl-NL" sz="3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Klik om de opmaak van de titeltekst te bewerken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nl-NL" sz="2400" b="0" u="none" strike="noStrike">
                <a:solidFill>
                  <a:srgbClr val="003741"/>
                </a:solidFill>
                <a:effectLst/>
                <a:uFillTx/>
                <a:latin typeface="Trebuchet MS"/>
              </a:rPr>
              <a:t>Klik om de opmaak van de overzichtstekst te bewerken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nl-NL" sz="1800" b="0" u="none" strike="noStrike">
                <a:solidFill>
                  <a:srgbClr val="003741"/>
                </a:solidFill>
                <a:effectLst/>
                <a:uFillTx/>
                <a:latin typeface="Trebuchet MS"/>
              </a:rPr>
              <a:t>Tweede overzichtsniveau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nl-NL" sz="1500" b="0" u="none" strike="noStrike">
                <a:solidFill>
                  <a:srgbClr val="003741"/>
                </a:solidFill>
                <a:effectLst/>
                <a:uFillTx/>
                <a:latin typeface="Trebuchet MS"/>
              </a:rPr>
              <a:t>Derde overzichtsniveau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nl-NL" sz="1500" b="0" u="none" strike="noStrike">
                <a:solidFill>
                  <a:srgbClr val="003741"/>
                </a:solidFill>
                <a:effectLst/>
                <a:uFillTx/>
                <a:latin typeface="Trebuchet MS"/>
              </a:rPr>
              <a:t>Vierde overzichtsniveau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nl-NL" sz="2000" b="0" u="none" strike="noStrike">
                <a:solidFill>
                  <a:srgbClr val="003741"/>
                </a:solidFill>
                <a:effectLst/>
                <a:uFillTx/>
                <a:latin typeface="Trebuchet MS"/>
              </a:rPr>
              <a:t>Vijfde overzichtsniveau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nl-NL" sz="2000" b="0" u="none" strike="noStrike">
                <a:solidFill>
                  <a:srgbClr val="003741"/>
                </a:solidFill>
                <a:effectLst/>
                <a:uFillTx/>
                <a:latin typeface="Trebuchet MS"/>
              </a:rPr>
              <a:t>Zesde overzichtsniveau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nl-NL" sz="2000" b="0" u="none" strike="noStrike">
                <a:solidFill>
                  <a:srgbClr val="003741"/>
                </a:solidFill>
                <a:effectLst/>
                <a:uFillTx/>
                <a:latin typeface="Trebuchet MS"/>
              </a:rPr>
              <a:t>Zevende overzichtsniveau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el en objec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Afbeelding 6"/>
          <p:cNvPicPr/>
          <p:nvPr/>
        </p:nvPicPr>
        <p:blipFill>
          <a:blip r:embed="rId2"/>
          <a:stretch/>
        </p:blipFill>
        <p:spPr>
          <a:xfrm>
            <a:off x="0" y="0"/>
            <a:ext cx="9140400" cy="5143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" name="Afbeelding 6"/>
          <p:cNvPicPr/>
          <p:nvPr/>
        </p:nvPicPr>
        <p:blipFill>
          <a:blip r:embed="rId2"/>
          <a:stretch/>
        </p:blipFill>
        <p:spPr>
          <a:xfrm>
            <a:off x="0" y="0"/>
            <a:ext cx="914040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dt" idx="1"/>
          </p:nvPr>
        </p:nvSpPr>
        <p:spPr>
          <a:xfrm>
            <a:off x="648000" y="4803840"/>
            <a:ext cx="277128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>
              <a:lnSpc>
                <a:spcPct val="100000"/>
              </a:lnSpc>
              <a:buNone/>
              <a:defRPr lang="nl-NL" sz="1000" b="0" u="none" strike="noStrike">
                <a:solidFill>
                  <a:srgbClr val="003741"/>
                </a:solidFill>
                <a:effectLst/>
                <a:uFillTx/>
                <a:latin typeface="Trebuchet MS Standaard"/>
              </a:defRPr>
            </a:lvl1pPr>
          </a:lstStyle>
          <a:p>
            <a:pPr indent="0">
              <a:lnSpc>
                <a:spcPct val="100000"/>
              </a:lnSpc>
              <a:buNone/>
            </a:pPr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ldNum" idx="2"/>
          </p:nvPr>
        </p:nvSpPr>
        <p:spPr>
          <a:xfrm>
            <a:off x="6327000" y="4803840"/>
            <a:ext cx="213336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>
              <a:lnSpc>
                <a:spcPct val="100000"/>
              </a:lnSpc>
              <a:buNone/>
              <a:defRPr lang="nl-NL" sz="1000" b="0" u="none" strike="noStrike">
                <a:solidFill>
                  <a:srgbClr val="003741"/>
                </a:solidFill>
                <a:effectLst/>
                <a:uFillTx/>
                <a:latin typeface="Trebuchet MS Standaard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B729233-A4E5-4286-907E-3ABE909BBBEB}" type="slidenum">
              <a:rPr lang="nl-NL" sz="1000" b="0" u="none" strike="noStrike">
                <a:solidFill>
                  <a:srgbClr val="003741"/>
                </a:solidFill>
                <a:effectLst/>
                <a:uFillTx/>
                <a:latin typeface="Trebuchet MS Standaard"/>
              </a:rPr>
              <a:t>‹#›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nl-NL" sz="3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Klik om de opmaak van de titeltekst te bewerken</a:t>
            </a: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nl-NL" sz="2400" b="0" u="none" strike="noStrike">
                <a:solidFill>
                  <a:srgbClr val="003741"/>
                </a:solidFill>
                <a:effectLst/>
                <a:uFillTx/>
                <a:latin typeface="Trebuchet MS"/>
              </a:rPr>
              <a:t>Klik om de opmaak van de overzichtstekst te bewerken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nl-NL" sz="1800" b="0" u="none" strike="noStrike">
                <a:solidFill>
                  <a:srgbClr val="003741"/>
                </a:solidFill>
                <a:effectLst/>
                <a:uFillTx/>
                <a:latin typeface="Trebuchet MS"/>
              </a:rPr>
              <a:t>Tweede overzichtsniveau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nl-NL" sz="1500" b="0" u="none" strike="noStrike">
                <a:solidFill>
                  <a:srgbClr val="003741"/>
                </a:solidFill>
                <a:effectLst/>
                <a:uFillTx/>
                <a:latin typeface="Trebuchet MS"/>
              </a:rPr>
              <a:t>Derde overzichtsniveau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nl-NL" sz="1500" b="0" u="none" strike="noStrike">
                <a:solidFill>
                  <a:srgbClr val="003741"/>
                </a:solidFill>
                <a:effectLst/>
                <a:uFillTx/>
                <a:latin typeface="Trebuchet MS"/>
              </a:rPr>
              <a:t>Vierde overzichtsniveau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nl-NL" sz="2000" b="0" u="none" strike="noStrike">
                <a:solidFill>
                  <a:srgbClr val="003741"/>
                </a:solidFill>
                <a:effectLst/>
                <a:uFillTx/>
                <a:latin typeface="Trebuchet MS"/>
              </a:rPr>
              <a:t>Vijfde overzichtsniveau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nl-NL" sz="2000" b="0" u="none" strike="noStrike">
                <a:solidFill>
                  <a:srgbClr val="003741"/>
                </a:solidFill>
                <a:effectLst/>
                <a:uFillTx/>
                <a:latin typeface="Trebuchet MS"/>
              </a:rPr>
              <a:t>Zesde overzichtsniveau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nl-NL" sz="2000" b="0" u="none" strike="noStrike">
                <a:solidFill>
                  <a:srgbClr val="003741"/>
                </a:solidFill>
                <a:effectLst/>
                <a:uFillTx/>
                <a:latin typeface="Trebuchet MS"/>
              </a:rPr>
              <a:t>Zevende overzichtsniveau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lleen tit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Afbeelding 6"/>
          <p:cNvPicPr/>
          <p:nvPr/>
        </p:nvPicPr>
        <p:blipFill>
          <a:blip r:embed="rId2"/>
          <a:stretch/>
        </p:blipFill>
        <p:spPr>
          <a:xfrm>
            <a:off x="0" y="0"/>
            <a:ext cx="9140400" cy="5143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" name="Afbeelding 6"/>
          <p:cNvPicPr/>
          <p:nvPr/>
        </p:nvPicPr>
        <p:blipFill>
          <a:blip r:embed="rId3"/>
          <a:stretch/>
        </p:blipFill>
        <p:spPr>
          <a:xfrm>
            <a:off x="0" y="0"/>
            <a:ext cx="9140400" cy="5143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Afbeelding 6"/>
          <p:cNvPicPr/>
          <p:nvPr/>
        </p:nvPicPr>
        <p:blipFill>
          <a:blip r:embed="rId2"/>
          <a:stretch/>
        </p:blipFill>
        <p:spPr>
          <a:xfrm>
            <a:off x="0" y="0"/>
            <a:ext cx="9140400" cy="5143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" name="Afbeelding 6"/>
          <p:cNvPicPr/>
          <p:nvPr/>
        </p:nvPicPr>
        <p:blipFill>
          <a:blip r:embed="rId2"/>
          <a:stretch/>
        </p:blipFill>
        <p:spPr>
          <a:xfrm>
            <a:off x="0" y="0"/>
            <a:ext cx="914040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PlaceHolder 1"/>
          <p:cNvSpPr>
            <a:spLocks noGrp="1"/>
          </p:cNvSpPr>
          <p:nvPr>
            <p:ph type="dt" idx="3"/>
          </p:nvPr>
        </p:nvSpPr>
        <p:spPr>
          <a:xfrm>
            <a:off x="457200" y="4767120"/>
            <a:ext cx="213336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>
              <a:lnSpc>
                <a:spcPct val="100000"/>
              </a:lnSpc>
              <a:buNone/>
              <a:defRPr lang="nl-NL" sz="1000" b="0" u="none" strike="noStrike">
                <a:solidFill>
                  <a:srgbClr val="003741"/>
                </a:solidFill>
                <a:effectLst/>
                <a:uFillTx/>
                <a:latin typeface="Trebuchet MS Standaard"/>
              </a:defRPr>
            </a:lvl1pPr>
          </a:lstStyle>
          <a:p>
            <a:pPr indent="0">
              <a:lnSpc>
                <a:spcPct val="100000"/>
              </a:lnSpc>
              <a:buNone/>
            </a:pPr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sldNum" idx="4"/>
          </p:nvPr>
        </p:nvSpPr>
        <p:spPr>
          <a:xfrm>
            <a:off x="6553080" y="4767120"/>
            <a:ext cx="213336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>
              <a:lnSpc>
                <a:spcPct val="100000"/>
              </a:lnSpc>
              <a:buNone/>
              <a:defRPr lang="nl-NL" sz="1000" b="0" u="none" strike="noStrike">
                <a:solidFill>
                  <a:srgbClr val="003741"/>
                </a:solidFill>
                <a:effectLst/>
                <a:uFillTx/>
                <a:latin typeface="Trebuchet MS Standaard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BCDEADB-8D42-4559-9C27-BB14041BA506}" type="slidenum">
              <a:rPr lang="nl-NL" sz="1000" b="0" u="none" strike="noStrike">
                <a:solidFill>
                  <a:srgbClr val="003741"/>
                </a:solidFill>
                <a:effectLst/>
                <a:uFillTx/>
                <a:latin typeface="Trebuchet MS Standaard"/>
              </a:rPr>
              <a:t>‹#›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5.svg"/><Relationship Id="rId7" Type="http://schemas.openxmlformats.org/officeDocument/2006/relationships/image" Target="../media/image10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11" Type="http://schemas.openxmlformats.org/officeDocument/2006/relationships/image" Target="../media/image9.svg"/><Relationship Id="rId5" Type="http://schemas.openxmlformats.org/officeDocument/2006/relationships/image" Target="../media/image7.svg"/><Relationship Id="rId10" Type="http://schemas.openxmlformats.org/officeDocument/2006/relationships/image" Target="../media/image13.svg"/><Relationship Id="rId4" Type="http://schemas.openxmlformats.org/officeDocument/2006/relationships/image" Target="../media/image6.svg"/><Relationship Id="rId9" Type="http://schemas.openxmlformats.org/officeDocument/2006/relationships/image" Target="../media/image12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5.svg"/><Relationship Id="rId7" Type="http://schemas.openxmlformats.org/officeDocument/2006/relationships/image" Target="../media/image10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Relationship Id="rId9" Type="http://schemas.openxmlformats.org/officeDocument/2006/relationships/image" Target="../media/image9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5.svg"/><Relationship Id="rId7" Type="http://schemas.openxmlformats.org/officeDocument/2006/relationships/image" Target="../media/image10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Relationship Id="rId9" Type="http://schemas.openxmlformats.org/officeDocument/2006/relationships/image" Target="../media/image9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5.svg"/><Relationship Id="rId7" Type="http://schemas.openxmlformats.org/officeDocument/2006/relationships/image" Target="../media/image10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11" Type="http://schemas.openxmlformats.org/officeDocument/2006/relationships/image" Target="../media/image15.svg"/><Relationship Id="rId5" Type="http://schemas.openxmlformats.org/officeDocument/2006/relationships/image" Target="../media/image7.svg"/><Relationship Id="rId10" Type="http://schemas.openxmlformats.org/officeDocument/2006/relationships/image" Target="../media/image14.svg"/><Relationship Id="rId4" Type="http://schemas.openxmlformats.org/officeDocument/2006/relationships/image" Target="../media/image6.svg"/><Relationship Id="rId9" Type="http://schemas.openxmlformats.org/officeDocument/2006/relationships/image" Target="../media/image9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5.svg"/><Relationship Id="rId7" Type="http://schemas.openxmlformats.org/officeDocument/2006/relationships/image" Target="../media/image10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11" Type="http://schemas.openxmlformats.org/officeDocument/2006/relationships/image" Target="../media/image15.svg"/><Relationship Id="rId5" Type="http://schemas.openxmlformats.org/officeDocument/2006/relationships/image" Target="../media/image7.svg"/><Relationship Id="rId10" Type="http://schemas.openxmlformats.org/officeDocument/2006/relationships/image" Target="../media/image14.svg"/><Relationship Id="rId4" Type="http://schemas.openxmlformats.org/officeDocument/2006/relationships/image" Target="../media/image6.svg"/><Relationship Id="rId9" Type="http://schemas.openxmlformats.org/officeDocument/2006/relationships/image" Target="../media/image9.sv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gonzato/visualising_km_matching/tree/main" TargetMode="External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gif"/><Relationship Id="rId4" Type="http://schemas.openxmlformats.org/officeDocument/2006/relationships/image" Target="../media/image27.gif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19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A56C7FE-A59E-EE36-CE75-8E52A7AC0ED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565149"/>
            <a:ext cx="3225800" cy="2690019"/>
          </a:xfrm>
          <a:prstGeom prst="rect">
            <a:avLst/>
          </a:prstGeom>
          <a:solidFill>
            <a:srgbClr val="F8764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F24BD34-9701-85E9-36C7-4705F0D9889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918200" y="565148"/>
            <a:ext cx="3225800" cy="2690019"/>
          </a:xfrm>
          <a:prstGeom prst="rect">
            <a:avLst/>
          </a:prstGeom>
          <a:solidFill>
            <a:srgbClr val="F8764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D0F9C87-8331-E1D0-A172-255C86E33DA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005137" y="866776"/>
            <a:ext cx="3225800" cy="2388392"/>
          </a:xfrm>
          <a:prstGeom prst="rect">
            <a:avLst/>
          </a:prstGeom>
          <a:solidFill>
            <a:srgbClr val="F8764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8" name="Plaque 17">
            <a:extLst>
              <a:ext uri="{FF2B5EF4-FFF2-40B4-BE49-F238E27FC236}">
                <a16:creationId xmlns:a16="http://schemas.microsoft.com/office/drawing/2014/main" id="{2AF2237B-2602-5B6E-3FE4-7724D41A9D4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273968" y="565147"/>
            <a:ext cx="2247901" cy="1816102"/>
          </a:xfrm>
          <a:prstGeom prst="plaque">
            <a:avLst/>
          </a:prstGeom>
          <a:solidFill>
            <a:srgbClr val="F8764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9" name="Plaque 18">
            <a:extLst>
              <a:ext uri="{FF2B5EF4-FFF2-40B4-BE49-F238E27FC236}">
                <a16:creationId xmlns:a16="http://schemas.microsoft.com/office/drawing/2014/main" id="{1DFE03F0-E2DE-605F-25BF-CB08BB0B17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88793" y="565147"/>
            <a:ext cx="2247901" cy="1816102"/>
          </a:xfrm>
          <a:prstGeom prst="plaque">
            <a:avLst/>
          </a:prstGeom>
          <a:solidFill>
            <a:srgbClr val="F8764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94445683-BCF8-E8A0-C43C-7622D3341B90}"/>
              </a:ext>
            </a:extLst>
          </p:cNvPr>
          <p:cNvSpPr txBox="1">
            <a:spLocks/>
          </p:cNvSpPr>
          <p:nvPr/>
        </p:nvSpPr>
        <p:spPr>
          <a:xfrm>
            <a:off x="190484" y="710326"/>
            <a:ext cx="8855106" cy="148132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800" b="1" dirty="0"/>
              <a:t>Assessing comparability in single-arm trials for rare diseases, with time-to-event endpoints </a:t>
            </a:r>
            <a:endParaRPr lang="en-NL" sz="28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2C7FB5-F77F-0856-B3B9-6F5BD4D54951}"/>
              </a:ext>
            </a:extLst>
          </p:cNvPr>
          <p:cNvSpPr txBox="1"/>
          <p:nvPr/>
        </p:nvSpPr>
        <p:spPr>
          <a:xfrm>
            <a:off x="772745" y="1847249"/>
            <a:ext cx="4906109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 dirty="0"/>
              <a:t>Elia Gonzato, PhD Candidate</a:t>
            </a:r>
          </a:p>
          <a:p>
            <a:r>
              <a:rPr lang="nl-NL" sz="1050" dirty="0" err="1"/>
              <a:t>Department</a:t>
            </a:r>
            <a:r>
              <a:rPr lang="nl-NL" sz="1050" dirty="0"/>
              <a:t> of </a:t>
            </a:r>
            <a:r>
              <a:rPr lang="nl-NL" sz="1050" dirty="0" err="1"/>
              <a:t>Epidemiology</a:t>
            </a:r>
            <a:r>
              <a:rPr lang="nl-NL" sz="1050" dirty="0"/>
              <a:t> </a:t>
            </a:r>
            <a:r>
              <a:rPr lang="nl-NL" sz="1050" dirty="0" err="1"/>
              <a:t>and</a:t>
            </a:r>
            <a:r>
              <a:rPr lang="nl-NL" sz="1050" dirty="0"/>
              <a:t> Data </a:t>
            </a:r>
            <a:r>
              <a:rPr lang="nl-NL" sz="1050" dirty="0" err="1"/>
              <a:t>Science</a:t>
            </a:r>
            <a:r>
              <a:rPr lang="nl-NL" sz="1050" dirty="0"/>
              <a:t>, Vrije Universiteit, Amsterdam, NL</a:t>
            </a:r>
          </a:p>
          <a:p>
            <a:r>
              <a:rPr lang="en-US" sz="1050" dirty="0"/>
              <a:t>Department of Pediatric Neurology, Emma Children's Hospital, </a:t>
            </a:r>
            <a:r>
              <a:rPr lang="nl-NL" sz="1050" dirty="0"/>
              <a:t>Amsterdam, NL</a:t>
            </a:r>
          </a:p>
          <a:p>
            <a:endParaRPr lang="nl-NL" sz="1050" dirty="0"/>
          </a:p>
          <a:p>
            <a:r>
              <a:rPr lang="nl-NL" sz="1200" dirty="0"/>
              <a:t>e.gonzato@amsterdamumc.nl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FFF817B-9FF7-812D-45F4-933DAC944906}"/>
              </a:ext>
            </a:extLst>
          </p:cNvPr>
          <p:cNvSpPr txBox="1"/>
          <p:nvPr/>
        </p:nvSpPr>
        <p:spPr>
          <a:xfrm>
            <a:off x="2012023" y="2816745"/>
            <a:ext cx="511995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L" sz="1050" b="1" dirty="0"/>
              <a:t>47th Annual Conference of the International Society for Clinical Biostatistics (ISCB)</a:t>
            </a:r>
            <a:r>
              <a:rPr lang="nl-NL" sz="1050" b="1" dirty="0"/>
              <a:t>, Freiburg, 27th September – 1st </a:t>
            </a:r>
            <a:r>
              <a:rPr lang="nl-NL" sz="1050" b="1" dirty="0" err="1"/>
              <a:t>October</a:t>
            </a:r>
            <a:r>
              <a:rPr lang="nl-NL" sz="1050" b="1" dirty="0"/>
              <a:t> 2026</a:t>
            </a:r>
            <a:endParaRPr lang="en-NL" sz="105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DC838-27FD-9D81-396D-EA3F5A1F9183}"/>
              </a:ext>
            </a:extLst>
          </p:cNvPr>
          <p:cNvSpPr txBox="1">
            <a:spLocks/>
          </p:cNvSpPr>
          <p:nvPr/>
        </p:nvSpPr>
        <p:spPr>
          <a:xfrm>
            <a:off x="167054" y="173541"/>
            <a:ext cx="2909113" cy="637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b="1"/>
              <a:t>Introduction</a:t>
            </a:r>
            <a:endParaRPr lang="en-NL" b="1" dirty="0"/>
          </a:p>
        </p:txBody>
      </p:sp>
      <p:pic>
        <p:nvPicPr>
          <p:cNvPr id="3" name="Graphic 2" descr="Inpatient outline">
            <a:extLst>
              <a:ext uri="{FF2B5EF4-FFF2-40B4-BE49-F238E27FC236}">
                <a16:creationId xmlns:a16="http://schemas.microsoft.com/office/drawing/2014/main" id="{9FA053C0-458A-4B72-7288-AB2A796361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69601" y="968003"/>
            <a:ext cx="575780" cy="575780"/>
          </a:xfrm>
          <a:prstGeom prst="rect">
            <a:avLst/>
          </a:prstGeom>
        </p:spPr>
      </p:pic>
      <p:pic>
        <p:nvPicPr>
          <p:cNvPr id="4" name="Graphic 3" descr="Medicine outline">
            <a:extLst>
              <a:ext uri="{FF2B5EF4-FFF2-40B4-BE49-F238E27FC236}">
                <a16:creationId xmlns:a16="http://schemas.microsoft.com/office/drawing/2014/main" id="{6DC489E1-6496-CC92-2556-4ED0B4FA63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2692" y="968003"/>
            <a:ext cx="575780" cy="575780"/>
          </a:xfrm>
          <a:prstGeom prst="rect">
            <a:avLst/>
          </a:prstGeom>
        </p:spPr>
      </p:pic>
      <p:pic>
        <p:nvPicPr>
          <p:cNvPr id="5" name="Graphic 4" descr="Female Profile outline">
            <a:extLst>
              <a:ext uri="{FF2B5EF4-FFF2-40B4-BE49-F238E27FC236}">
                <a16:creationId xmlns:a16="http://schemas.microsoft.com/office/drawing/2014/main" id="{C6058F19-400B-5628-65AF-4EE53E3303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3465" y="1846859"/>
            <a:ext cx="515735" cy="515735"/>
          </a:xfrm>
          <a:prstGeom prst="rect">
            <a:avLst/>
          </a:prstGeom>
        </p:spPr>
      </p:pic>
      <p:pic>
        <p:nvPicPr>
          <p:cNvPr id="6" name="Graphic 5" descr="Male profile outline">
            <a:extLst>
              <a:ext uri="{FF2B5EF4-FFF2-40B4-BE49-F238E27FC236}">
                <a16:creationId xmlns:a16="http://schemas.microsoft.com/office/drawing/2014/main" id="{EB4696ED-2215-894E-5D19-951D17E83C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03841" y="2026749"/>
            <a:ext cx="515735" cy="515735"/>
          </a:xfrm>
          <a:prstGeom prst="rect">
            <a:avLst/>
          </a:prstGeom>
        </p:spPr>
      </p:pic>
      <p:pic>
        <p:nvPicPr>
          <p:cNvPr id="7" name="Graphic 6" descr="Female Profile outline">
            <a:extLst>
              <a:ext uri="{FF2B5EF4-FFF2-40B4-BE49-F238E27FC236}">
                <a16:creationId xmlns:a16="http://schemas.microsoft.com/office/drawing/2014/main" id="{0FA5D74E-8B28-5118-652E-ADCD5D5762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61571" y="2026749"/>
            <a:ext cx="515735" cy="515735"/>
          </a:xfrm>
          <a:prstGeom prst="rect">
            <a:avLst/>
          </a:prstGeom>
        </p:spPr>
      </p:pic>
      <p:pic>
        <p:nvPicPr>
          <p:cNvPr id="8" name="Graphic 7" descr="Male profile outline">
            <a:extLst>
              <a:ext uri="{FF2B5EF4-FFF2-40B4-BE49-F238E27FC236}">
                <a16:creationId xmlns:a16="http://schemas.microsoft.com/office/drawing/2014/main" id="{2A712B69-D337-10E6-14F1-C475246628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30081" y="1846859"/>
            <a:ext cx="515735" cy="515735"/>
          </a:xfrm>
          <a:prstGeom prst="rect">
            <a:avLst/>
          </a:prstGeom>
        </p:spPr>
      </p:pic>
      <p:pic>
        <p:nvPicPr>
          <p:cNvPr id="9" name="Graphic 8" descr="Medicine outline">
            <a:extLst>
              <a:ext uri="{FF2B5EF4-FFF2-40B4-BE49-F238E27FC236}">
                <a16:creationId xmlns:a16="http://schemas.microsoft.com/office/drawing/2014/main" id="{13D303DE-254A-633D-7C54-3C61ABF226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34793" y="3061358"/>
            <a:ext cx="575780" cy="57578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B9CFA8D-179A-C1B9-1C3C-CBD01D60D813}"/>
              </a:ext>
            </a:extLst>
          </p:cNvPr>
          <p:cNvCxnSpPr/>
          <p:nvPr/>
        </p:nvCxnSpPr>
        <p:spPr>
          <a:xfrm>
            <a:off x="1833546" y="1509388"/>
            <a:ext cx="0" cy="40429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6945D6F-DF92-D2E0-C866-A5AE57F88ED0}"/>
              </a:ext>
            </a:extLst>
          </p:cNvPr>
          <p:cNvCxnSpPr>
            <a:cxnSpLocks/>
          </p:cNvCxnSpPr>
          <p:nvPr/>
        </p:nvCxnSpPr>
        <p:spPr>
          <a:xfrm flipH="1">
            <a:off x="1112670" y="2531301"/>
            <a:ext cx="189793" cy="29596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83B3756-B545-3B33-49D6-1328A49EE990}"/>
              </a:ext>
            </a:extLst>
          </p:cNvPr>
          <p:cNvCxnSpPr>
            <a:cxnSpLocks/>
          </p:cNvCxnSpPr>
          <p:nvPr/>
        </p:nvCxnSpPr>
        <p:spPr>
          <a:xfrm>
            <a:off x="2661314" y="2544494"/>
            <a:ext cx="212622" cy="30582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EFD6565E-C9F8-627A-8771-6F65FA3F24E1}"/>
              </a:ext>
            </a:extLst>
          </p:cNvPr>
          <p:cNvSpPr/>
          <p:nvPr/>
        </p:nvSpPr>
        <p:spPr>
          <a:xfrm>
            <a:off x="3076170" y="2480604"/>
            <a:ext cx="357458" cy="484748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/>
            <a:r>
              <a:rPr lang="en-US" sz="2700" b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B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629921B-CA7A-DCF1-BAAD-DDBAB13C7AFA}"/>
              </a:ext>
            </a:extLst>
          </p:cNvPr>
          <p:cNvSpPr/>
          <p:nvPr/>
        </p:nvSpPr>
        <p:spPr>
          <a:xfrm>
            <a:off x="544431" y="2457819"/>
            <a:ext cx="357458" cy="484748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/>
            <a:r>
              <a:rPr lang="en-US" sz="2700" b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</a:t>
            </a:r>
          </a:p>
        </p:txBody>
      </p:sp>
      <p:pic>
        <p:nvPicPr>
          <p:cNvPr id="15" name="Graphic 14" descr="Medicine outline">
            <a:extLst>
              <a:ext uri="{FF2B5EF4-FFF2-40B4-BE49-F238E27FC236}">
                <a16:creationId xmlns:a16="http://schemas.microsoft.com/office/drawing/2014/main" id="{D774D107-24F3-BBF1-E56B-C72D3FEDBA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385132" y="3059173"/>
            <a:ext cx="575780" cy="575780"/>
          </a:xfrm>
          <a:prstGeom prst="rect">
            <a:avLst/>
          </a:prstGeom>
        </p:spPr>
      </p:pic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4A126B91-832A-AD61-D493-870EE37C6954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</a:pPr>
            <a:fld id="{6B729233-A4E5-4286-907E-3ABE909BBBEB}" type="slidenum">
              <a:rPr lang="nl-NL" sz="1000" b="0" u="none" strike="noStrike" smtClean="0">
                <a:solidFill>
                  <a:srgbClr val="003741"/>
                </a:solidFill>
                <a:effectLst/>
                <a:uFillTx/>
                <a:latin typeface="Trebuchet MS Standaard"/>
              </a:rPr>
              <a:t>2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DA289-3394-32C7-68B1-86E0CE430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Inpatient outline">
            <a:extLst>
              <a:ext uri="{FF2B5EF4-FFF2-40B4-BE49-F238E27FC236}">
                <a16:creationId xmlns:a16="http://schemas.microsoft.com/office/drawing/2014/main" id="{CA6CF4F9-3E25-F33D-DE07-23788245CA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69601" y="968003"/>
            <a:ext cx="575780" cy="575780"/>
          </a:xfrm>
          <a:prstGeom prst="rect">
            <a:avLst/>
          </a:prstGeom>
        </p:spPr>
      </p:pic>
      <p:pic>
        <p:nvPicPr>
          <p:cNvPr id="3" name="Graphic 2" descr="Medicine outline">
            <a:extLst>
              <a:ext uri="{FF2B5EF4-FFF2-40B4-BE49-F238E27FC236}">
                <a16:creationId xmlns:a16="http://schemas.microsoft.com/office/drawing/2014/main" id="{3E137C41-6646-21BB-9012-F73341C13E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2692" y="968003"/>
            <a:ext cx="575780" cy="575780"/>
          </a:xfrm>
          <a:prstGeom prst="rect">
            <a:avLst/>
          </a:prstGeom>
        </p:spPr>
      </p:pic>
      <p:pic>
        <p:nvPicPr>
          <p:cNvPr id="4" name="Graphic 3" descr="Female Profile outline">
            <a:extLst>
              <a:ext uri="{FF2B5EF4-FFF2-40B4-BE49-F238E27FC236}">
                <a16:creationId xmlns:a16="http://schemas.microsoft.com/office/drawing/2014/main" id="{B7041723-8DFE-B0EB-A6B3-7195DEB8BC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3465" y="1846859"/>
            <a:ext cx="515735" cy="515735"/>
          </a:xfrm>
          <a:prstGeom prst="rect">
            <a:avLst/>
          </a:prstGeom>
        </p:spPr>
      </p:pic>
      <p:pic>
        <p:nvPicPr>
          <p:cNvPr id="5" name="Graphic 4" descr="Male profile outline">
            <a:extLst>
              <a:ext uri="{FF2B5EF4-FFF2-40B4-BE49-F238E27FC236}">
                <a16:creationId xmlns:a16="http://schemas.microsoft.com/office/drawing/2014/main" id="{200CEF52-D4CD-48B7-B7F8-07E45EB3B6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03841" y="2026749"/>
            <a:ext cx="515735" cy="515735"/>
          </a:xfrm>
          <a:prstGeom prst="rect">
            <a:avLst/>
          </a:prstGeom>
        </p:spPr>
      </p:pic>
      <p:pic>
        <p:nvPicPr>
          <p:cNvPr id="6" name="Graphic 5" descr="Female Profile outline">
            <a:extLst>
              <a:ext uri="{FF2B5EF4-FFF2-40B4-BE49-F238E27FC236}">
                <a16:creationId xmlns:a16="http://schemas.microsoft.com/office/drawing/2014/main" id="{8DB3BD31-72E3-40C9-2E45-032F22688F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61571" y="2026749"/>
            <a:ext cx="515735" cy="515735"/>
          </a:xfrm>
          <a:prstGeom prst="rect">
            <a:avLst/>
          </a:prstGeom>
        </p:spPr>
      </p:pic>
      <p:pic>
        <p:nvPicPr>
          <p:cNvPr id="7" name="Graphic 6" descr="Male profile outline">
            <a:extLst>
              <a:ext uri="{FF2B5EF4-FFF2-40B4-BE49-F238E27FC236}">
                <a16:creationId xmlns:a16="http://schemas.microsoft.com/office/drawing/2014/main" id="{6CE0E2F0-C7B5-7444-BC12-483B44F6DB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30081" y="1846859"/>
            <a:ext cx="515735" cy="515735"/>
          </a:xfrm>
          <a:prstGeom prst="rect">
            <a:avLst/>
          </a:prstGeom>
        </p:spPr>
      </p:pic>
      <p:pic>
        <p:nvPicPr>
          <p:cNvPr id="8" name="Graphic 7" descr="Medicine outline">
            <a:extLst>
              <a:ext uri="{FF2B5EF4-FFF2-40B4-BE49-F238E27FC236}">
                <a16:creationId xmlns:a16="http://schemas.microsoft.com/office/drawing/2014/main" id="{B8B99FBE-EC8C-817D-B278-C6BF0D0820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34793" y="3061358"/>
            <a:ext cx="575780" cy="57578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D368E92-6845-40BB-33CD-0E6B58BDF2C8}"/>
              </a:ext>
            </a:extLst>
          </p:cNvPr>
          <p:cNvCxnSpPr/>
          <p:nvPr/>
        </p:nvCxnSpPr>
        <p:spPr>
          <a:xfrm>
            <a:off x="1833546" y="1509388"/>
            <a:ext cx="0" cy="40429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536CBE8-91A2-C8D4-9C65-595D4FDEB351}"/>
              </a:ext>
            </a:extLst>
          </p:cNvPr>
          <p:cNvCxnSpPr>
            <a:cxnSpLocks/>
          </p:cNvCxnSpPr>
          <p:nvPr/>
        </p:nvCxnSpPr>
        <p:spPr>
          <a:xfrm flipH="1">
            <a:off x="1112670" y="2531301"/>
            <a:ext cx="189793" cy="29596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FEC239C-2FFE-C9C9-9DFE-E9C1E56B41BA}"/>
              </a:ext>
            </a:extLst>
          </p:cNvPr>
          <p:cNvCxnSpPr>
            <a:cxnSpLocks/>
          </p:cNvCxnSpPr>
          <p:nvPr/>
        </p:nvCxnSpPr>
        <p:spPr>
          <a:xfrm>
            <a:off x="2661314" y="2544494"/>
            <a:ext cx="212622" cy="30582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Graphic 11" descr="Female Profile outline">
            <a:extLst>
              <a:ext uri="{FF2B5EF4-FFF2-40B4-BE49-F238E27FC236}">
                <a16:creationId xmlns:a16="http://schemas.microsoft.com/office/drawing/2014/main" id="{F8DDB38F-0A3E-C7CA-314A-BB640DA293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402299" y="2852323"/>
            <a:ext cx="515735" cy="515735"/>
          </a:xfrm>
          <a:prstGeom prst="rect">
            <a:avLst/>
          </a:prstGeom>
        </p:spPr>
      </p:pic>
      <p:pic>
        <p:nvPicPr>
          <p:cNvPr id="13" name="Graphic 12" descr="Male profile outline">
            <a:extLst>
              <a:ext uri="{FF2B5EF4-FFF2-40B4-BE49-F238E27FC236}">
                <a16:creationId xmlns:a16="http://schemas.microsoft.com/office/drawing/2014/main" id="{ED0E61A9-D9E3-2C0C-4F01-63EA57BF07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854324" y="3347062"/>
            <a:ext cx="515735" cy="51573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963A208D-3076-D983-0593-19EB675C025F}"/>
              </a:ext>
            </a:extLst>
          </p:cNvPr>
          <p:cNvSpPr/>
          <p:nvPr/>
        </p:nvSpPr>
        <p:spPr>
          <a:xfrm>
            <a:off x="3076170" y="2480604"/>
            <a:ext cx="357458" cy="484748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/>
            <a:r>
              <a:rPr lang="en-US" sz="2700" b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B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D1BAF42-7833-46FA-DA46-9015177F7413}"/>
              </a:ext>
            </a:extLst>
          </p:cNvPr>
          <p:cNvSpPr/>
          <p:nvPr/>
        </p:nvSpPr>
        <p:spPr>
          <a:xfrm>
            <a:off x="544431" y="2457819"/>
            <a:ext cx="357458" cy="484748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/>
            <a:r>
              <a:rPr lang="en-US" sz="2700" b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</a:t>
            </a:r>
          </a:p>
        </p:txBody>
      </p:sp>
      <p:pic>
        <p:nvPicPr>
          <p:cNvPr id="16" name="Graphic 15" descr="Female Profile outline">
            <a:extLst>
              <a:ext uri="{FF2B5EF4-FFF2-40B4-BE49-F238E27FC236}">
                <a16:creationId xmlns:a16="http://schemas.microsoft.com/office/drawing/2014/main" id="{8DBF2EBA-8124-9E8A-38EE-DC00151D2B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9826" y="2901229"/>
            <a:ext cx="515735" cy="515735"/>
          </a:xfrm>
          <a:prstGeom prst="rect">
            <a:avLst/>
          </a:prstGeom>
        </p:spPr>
      </p:pic>
      <p:pic>
        <p:nvPicPr>
          <p:cNvPr id="17" name="Graphic 16" descr="Male profile outline">
            <a:extLst>
              <a:ext uri="{FF2B5EF4-FFF2-40B4-BE49-F238E27FC236}">
                <a16:creationId xmlns:a16="http://schemas.microsoft.com/office/drawing/2014/main" id="{55D4ACEA-507B-C685-37B9-E33007FAA8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23465" y="3302769"/>
            <a:ext cx="515735" cy="515735"/>
          </a:xfrm>
          <a:prstGeom prst="rect">
            <a:avLst/>
          </a:prstGeom>
        </p:spPr>
      </p:pic>
      <p:pic>
        <p:nvPicPr>
          <p:cNvPr id="18" name="Graphic 17" descr="Medicine outline">
            <a:extLst>
              <a:ext uri="{FF2B5EF4-FFF2-40B4-BE49-F238E27FC236}">
                <a16:creationId xmlns:a16="http://schemas.microsoft.com/office/drawing/2014/main" id="{625CEA02-AE2B-3223-3F61-35853E3F3C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385132" y="3059173"/>
            <a:ext cx="575780" cy="575780"/>
          </a:xfrm>
          <a:prstGeom prst="rect">
            <a:avLst/>
          </a:prstGeom>
        </p:spPr>
      </p:pic>
      <p:sp>
        <p:nvSpPr>
          <p:cNvPr id="19" name="Title 1">
            <a:extLst>
              <a:ext uri="{FF2B5EF4-FFF2-40B4-BE49-F238E27FC236}">
                <a16:creationId xmlns:a16="http://schemas.microsoft.com/office/drawing/2014/main" id="{6AEB85B7-909F-3CBC-A1BE-57221C31B503}"/>
              </a:ext>
            </a:extLst>
          </p:cNvPr>
          <p:cNvSpPr txBox="1">
            <a:spLocks/>
          </p:cNvSpPr>
          <p:nvPr/>
        </p:nvSpPr>
        <p:spPr>
          <a:xfrm>
            <a:off x="167054" y="173541"/>
            <a:ext cx="2909113" cy="637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b="1"/>
              <a:t>Introduction</a:t>
            </a:r>
            <a:endParaRPr lang="en-NL" b="1" dirty="0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9EEFF328-56D1-F8BF-0D12-D7AF9B1D835A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</a:pPr>
            <a:fld id="{6B729233-A4E5-4286-907E-3ABE909BBBEB}" type="slidenum">
              <a:rPr lang="nl-NL" sz="1000" b="0" u="none" strike="noStrike" smtClean="0">
                <a:solidFill>
                  <a:srgbClr val="003741"/>
                </a:solidFill>
                <a:effectLst/>
                <a:uFillTx/>
                <a:latin typeface="Trebuchet MS Standaard"/>
              </a:rPr>
              <a:t>3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640914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67658-5186-805E-90DC-33629D59C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Inpatient outline">
            <a:extLst>
              <a:ext uri="{FF2B5EF4-FFF2-40B4-BE49-F238E27FC236}">
                <a16:creationId xmlns:a16="http://schemas.microsoft.com/office/drawing/2014/main" id="{7F229B4C-C4D2-BBBD-D3C7-1331F82C72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69601" y="968003"/>
            <a:ext cx="575780" cy="575780"/>
          </a:xfrm>
          <a:prstGeom prst="rect">
            <a:avLst/>
          </a:prstGeom>
        </p:spPr>
      </p:pic>
      <p:pic>
        <p:nvPicPr>
          <p:cNvPr id="3" name="Graphic 2" descr="Medicine outline">
            <a:extLst>
              <a:ext uri="{FF2B5EF4-FFF2-40B4-BE49-F238E27FC236}">
                <a16:creationId xmlns:a16="http://schemas.microsoft.com/office/drawing/2014/main" id="{94D142BA-DB0E-125C-F00A-87C63A8D47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2692" y="968003"/>
            <a:ext cx="575780" cy="575780"/>
          </a:xfrm>
          <a:prstGeom prst="rect">
            <a:avLst/>
          </a:prstGeom>
        </p:spPr>
      </p:pic>
      <p:pic>
        <p:nvPicPr>
          <p:cNvPr id="4" name="Graphic 3" descr="Female Profile outline">
            <a:extLst>
              <a:ext uri="{FF2B5EF4-FFF2-40B4-BE49-F238E27FC236}">
                <a16:creationId xmlns:a16="http://schemas.microsoft.com/office/drawing/2014/main" id="{4ED55A2D-B145-E5F0-2B7F-00C7B124CC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3465" y="1846859"/>
            <a:ext cx="515735" cy="515735"/>
          </a:xfrm>
          <a:prstGeom prst="rect">
            <a:avLst/>
          </a:prstGeom>
        </p:spPr>
      </p:pic>
      <p:pic>
        <p:nvPicPr>
          <p:cNvPr id="5" name="Graphic 4" descr="Male profile outline">
            <a:extLst>
              <a:ext uri="{FF2B5EF4-FFF2-40B4-BE49-F238E27FC236}">
                <a16:creationId xmlns:a16="http://schemas.microsoft.com/office/drawing/2014/main" id="{82350872-7C5D-5B2C-D342-ACE84F5739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03841" y="2026749"/>
            <a:ext cx="515735" cy="515735"/>
          </a:xfrm>
          <a:prstGeom prst="rect">
            <a:avLst/>
          </a:prstGeom>
        </p:spPr>
      </p:pic>
      <p:pic>
        <p:nvPicPr>
          <p:cNvPr id="6" name="Graphic 5" descr="Female Profile outline">
            <a:extLst>
              <a:ext uri="{FF2B5EF4-FFF2-40B4-BE49-F238E27FC236}">
                <a16:creationId xmlns:a16="http://schemas.microsoft.com/office/drawing/2014/main" id="{BD1FE138-2862-4806-3803-335D79D0BF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61571" y="2026749"/>
            <a:ext cx="515735" cy="515735"/>
          </a:xfrm>
          <a:prstGeom prst="rect">
            <a:avLst/>
          </a:prstGeom>
        </p:spPr>
      </p:pic>
      <p:pic>
        <p:nvPicPr>
          <p:cNvPr id="7" name="Graphic 6" descr="Male profile outline">
            <a:extLst>
              <a:ext uri="{FF2B5EF4-FFF2-40B4-BE49-F238E27FC236}">
                <a16:creationId xmlns:a16="http://schemas.microsoft.com/office/drawing/2014/main" id="{F437A0E1-F21B-2D4A-793F-505CA2172E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30081" y="1846859"/>
            <a:ext cx="515735" cy="515735"/>
          </a:xfrm>
          <a:prstGeom prst="rect">
            <a:avLst/>
          </a:prstGeom>
        </p:spPr>
      </p:pic>
      <p:pic>
        <p:nvPicPr>
          <p:cNvPr id="8" name="Graphic 7" descr="Medicine outline">
            <a:extLst>
              <a:ext uri="{FF2B5EF4-FFF2-40B4-BE49-F238E27FC236}">
                <a16:creationId xmlns:a16="http://schemas.microsoft.com/office/drawing/2014/main" id="{34F33114-FCA2-D4F0-7D42-A9AFDD4C13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34793" y="3061358"/>
            <a:ext cx="575780" cy="57578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7D21484-0995-781D-00F7-FB2C770CAB29}"/>
              </a:ext>
            </a:extLst>
          </p:cNvPr>
          <p:cNvCxnSpPr/>
          <p:nvPr/>
        </p:nvCxnSpPr>
        <p:spPr>
          <a:xfrm>
            <a:off x="1833546" y="1509388"/>
            <a:ext cx="0" cy="40429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DE24075-062D-7437-12FC-81FB22994B37}"/>
              </a:ext>
            </a:extLst>
          </p:cNvPr>
          <p:cNvCxnSpPr>
            <a:cxnSpLocks/>
          </p:cNvCxnSpPr>
          <p:nvPr/>
        </p:nvCxnSpPr>
        <p:spPr>
          <a:xfrm flipH="1">
            <a:off x="1112670" y="2531301"/>
            <a:ext cx="189793" cy="29596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02F6227-D890-3934-C7AB-4FD441EAE9B4}"/>
              </a:ext>
            </a:extLst>
          </p:cNvPr>
          <p:cNvCxnSpPr>
            <a:cxnSpLocks/>
          </p:cNvCxnSpPr>
          <p:nvPr/>
        </p:nvCxnSpPr>
        <p:spPr>
          <a:xfrm>
            <a:off x="2661314" y="2544494"/>
            <a:ext cx="212622" cy="30582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Graphic 11" descr="Female Profile outline">
            <a:extLst>
              <a:ext uri="{FF2B5EF4-FFF2-40B4-BE49-F238E27FC236}">
                <a16:creationId xmlns:a16="http://schemas.microsoft.com/office/drawing/2014/main" id="{2CA36332-4E28-EB32-C067-A160E9E7EF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402299" y="2852323"/>
            <a:ext cx="515735" cy="515735"/>
          </a:xfrm>
          <a:prstGeom prst="rect">
            <a:avLst/>
          </a:prstGeom>
        </p:spPr>
      </p:pic>
      <p:pic>
        <p:nvPicPr>
          <p:cNvPr id="13" name="Graphic 12" descr="Male profile outline">
            <a:extLst>
              <a:ext uri="{FF2B5EF4-FFF2-40B4-BE49-F238E27FC236}">
                <a16:creationId xmlns:a16="http://schemas.microsoft.com/office/drawing/2014/main" id="{D974D61F-C7A6-EEA6-11D6-6351AD1615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854324" y="2852323"/>
            <a:ext cx="515735" cy="515735"/>
          </a:xfrm>
          <a:prstGeom prst="rect">
            <a:avLst/>
          </a:prstGeom>
        </p:spPr>
      </p:pic>
      <p:pic>
        <p:nvPicPr>
          <p:cNvPr id="14" name="Graphic 13" descr="Female Profile outline">
            <a:extLst>
              <a:ext uri="{FF2B5EF4-FFF2-40B4-BE49-F238E27FC236}">
                <a16:creationId xmlns:a16="http://schemas.microsoft.com/office/drawing/2014/main" id="{26465BC0-7EA9-E089-3F96-1F3E5C60EE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402299" y="3347062"/>
            <a:ext cx="515735" cy="515735"/>
          </a:xfrm>
          <a:prstGeom prst="rect">
            <a:avLst/>
          </a:prstGeom>
        </p:spPr>
      </p:pic>
      <p:pic>
        <p:nvPicPr>
          <p:cNvPr id="15" name="Graphic 14" descr="Male profile outline">
            <a:extLst>
              <a:ext uri="{FF2B5EF4-FFF2-40B4-BE49-F238E27FC236}">
                <a16:creationId xmlns:a16="http://schemas.microsoft.com/office/drawing/2014/main" id="{B0BFAFE9-7D52-7520-9DA3-2C170FB37A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854324" y="3347062"/>
            <a:ext cx="515735" cy="515735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A450EBAB-2985-5128-D243-0DC3CA6B4D94}"/>
              </a:ext>
            </a:extLst>
          </p:cNvPr>
          <p:cNvSpPr/>
          <p:nvPr/>
        </p:nvSpPr>
        <p:spPr>
          <a:xfrm>
            <a:off x="3076170" y="2480604"/>
            <a:ext cx="357458" cy="484748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/>
            <a:r>
              <a:rPr lang="en-US" sz="2700" b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B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A4E6B33-F428-C84D-B731-3DFD45605C2F}"/>
              </a:ext>
            </a:extLst>
          </p:cNvPr>
          <p:cNvSpPr/>
          <p:nvPr/>
        </p:nvSpPr>
        <p:spPr>
          <a:xfrm>
            <a:off x="544431" y="2457819"/>
            <a:ext cx="357458" cy="484748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/>
            <a:r>
              <a:rPr lang="en-US" sz="2700" b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</a:t>
            </a:r>
          </a:p>
        </p:txBody>
      </p:sp>
      <p:pic>
        <p:nvPicPr>
          <p:cNvPr id="18" name="Graphic 17" descr="Medicine outline">
            <a:extLst>
              <a:ext uri="{FF2B5EF4-FFF2-40B4-BE49-F238E27FC236}">
                <a16:creationId xmlns:a16="http://schemas.microsoft.com/office/drawing/2014/main" id="{D99CC671-B6D9-5AD1-852A-ACC2D8982A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85132" y="3059173"/>
            <a:ext cx="575780" cy="575780"/>
          </a:xfrm>
          <a:prstGeom prst="rect">
            <a:avLst/>
          </a:prstGeom>
        </p:spPr>
      </p:pic>
      <p:sp>
        <p:nvSpPr>
          <p:cNvPr id="19" name="Title 1">
            <a:extLst>
              <a:ext uri="{FF2B5EF4-FFF2-40B4-BE49-F238E27FC236}">
                <a16:creationId xmlns:a16="http://schemas.microsoft.com/office/drawing/2014/main" id="{0692141A-BFB3-302A-2050-9BCFE7EAF5DB}"/>
              </a:ext>
            </a:extLst>
          </p:cNvPr>
          <p:cNvSpPr txBox="1">
            <a:spLocks/>
          </p:cNvSpPr>
          <p:nvPr/>
        </p:nvSpPr>
        <p:spPr>
          <a:xfrm>
            <a:off x="167054" y="173541"/>
            <a:ext cx="2909113" cy="637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b="1"/>
              <a:t>Introduction</a:t>
            </a:r>
            <a:endParaRPr lang="en-NL" b="1" dirty="0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54D0EF5F-D9B2-9090-DC47-DC6A213385F1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</a:pPr>
            <a:fld id="{6B729233-A4E5-4286-907E-3ABE909BBBEB}" type="slidenum">
              <a:rPr lang="nl-NL" sz="1000" b="0" u="none" strike="noStrike" smtClean="0">
                <a:solidFill>
                  <a:srgbClr val="003741"/>
                </a:solidFill>
                <a:effectLst/>
                <a:uFillTx/>
                <a:latin typeface="Trebuchet MS Standaard"/>
              </a:rPr>
              <a:t>4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56996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3D334-CF40-7A65-BFC8-6CD333AC3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Inpatient outline">
            <a:extLst>
              <a:ext uri="{FF2B5EF4-FFF2-40B4-BE49-F238E27FC236}">
                <a16:creationId xmlns:a16="http://schemas.microsoft.com/office/drawing/2014/main" id="{750C3789-C373-7D39-CA29-34128BE59A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69601" y="968003"/>
            <a:ext cx="575780" cy="575780"/>
          </a:xfrm>
          <a:prstGeom prst="rect">
            <a:avLst/>
          </a:prstGeom>
        </p:spPr>
      </p:pic>
      <p:pic>
        <p:nvPicPr>
          <p:cNvPr id="3" name="Graphic 2" descr="Medicine outline">
            <a:extLst>
              <a:ext uri="{FF2B5EF4-FFF2-40B4-BE49-F238E27FC236}">
                <a16:creationId xmlns:a16="http://schemas.microsoft.com/office/drawing/2014/main" id="{535F8FCB-8FC2-0F73-D642-960A705DCC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2692" y="968003"/>
            <a:ext cx="575780" cy="575780"/>
          </a:xfrm>
          <a:prstGeom prst="rect">
            <a:avLst/>
          </a:prstGeom>
        </p:spPr>
      </p:pic>
      <p:pic>
        <p:nvPicPr>
          <p:cNvPr id="4" name="Graphic 3" descr="Female Profile outline">
            <a:extLst>
              <a:ext uri="{FF2B5EF4-FFF2-40B4-BE49-F238E27FC236}">
                <a16:creationId xmlns:a16="http://schemas.microsoft.com/office/drawing/2014/main" id="{21251838-3BFB-983B-3385-D225A0EFB7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3465" y="1846859"/>
            <a:ext cx="515735" cy="515735"/>
          </a:xfrm>
          <a:prstGeom prst="rect">
            <a:avLst/>
          </a:prstGeom>
        </p:spPr>
      </p:pic>
      <p:pic>
        <p:nvPicPr>
          <p:cNvPr id="5" name="Graphic 4" descr="Male profile outline">
            <a:extLst>
              <a:ext uri="{FF2B5EF4-FFF2-40B4-BE49-F238E27FC236}">
                <a16:creationId xmlns:a16="http://schemas.microsoft.com/office/drawing/2014/main" id="{09376087-9A08-7DE2-AFA4-0C3E0745CE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03841" y="2026749"/>
            <a:ext cx="515735" cy="515735"/>
          </a:xfrm>
          <a:prstGeom prst="rect">
            <a:avLst/>
          </a:prstGeom>
        </p:spPr>
      </p:pic>
      <p:pic>
        <p:nvPicPr>
          <p:cNvPr id="6" name="Graphic 5" descr="Female Profile outline">
            <a:extLst>
              <a:ext uri="{FF2B5EF4-FFF2-40B4-BE49-F238E27FC236}">
                <a16:creationId xmlns:a16="http://schemas.microsoft.com/office/drawing/2014/main" id="{0ED73A9F-1E34-041E-363D-E0F8177E1E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61571" y="2026749"/>
            <a:ext cx="515735" cy="515735"/>
          </a:xfrm>
          <a:prstGeom prst="rect">
            <a:avLst/>
          </a:prstGeom>
        </p:spPr>
      </p:pic>
      <p:pic>
        <p:nvPicPr>
          <p:cNvPr id="7" name="Graphic 6" descr="Male profile outline">
            <a:extLst>
              <a:ext uri="{FF2B5EF4-FFF2-40B4-BE49-F238E27FC236}">
                <a16:creationId xmlns:a16="http://schemas.microsoft.com/office/drawing/2014/main" id="{FDF17F04-325C-9362-6B03-EFAA1BD8B0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30081" y="1846859"/>
            <a:ext cx="515735" cy="515735"/>
          </a:xfrm>
          <a:prstGeom prst="rect">
            <a:avLst/>
          </a:prstGeom>
        </p:spPr>
      </p:pic>
      <p:pic>
        <p:nvPicPr>
          <p:cNvPr id="8" name="Graphic 7" descr="Medicine outline">
            <a:extLst>
              <a:ext uri="{FF2B5EF4-FFF2-40B4-BE49-F238E27FC236}">
                <a16:creationId xmlns:a16="http://schemas.microsoft.com/office/drawing/2014/main" id="{BC9DCD8E-908D-2216-101C-FA3AC6BEFD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34793" y="3061358"/>
            <a:ext cx="575780" cy="57578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5A3F1FE-FE93-F31F-01B2-123487B9FF16}"/>
              </a:ext>
            </a:extLst>
          </p:cNvPr>
          <p:cNvCxnSpPr/>
          <p:nvPr/>
        </p:nvCxnSpPr>
        <p:spPr>
          <a:xfrm>
            <a:off x="1833546" y="1509388"/>
            <a:ext cx="0" cy="40429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FC61956-4D63-027F-24B9-1A9B37CB5096}"/>
              </a:ext>
            </a:extLst>
          </p:cNvPr>
          <p:cNvCxnSpPr>
            <a:cxnSpLocks/>
          </p:cNvCxnSpPr>
          <p:nvPr/>
        </p:nvCxnSpPr>
        <p:spPr>
          <a:xfrm flipH="1">
            <a:off x="1112670" y="2531301"/>
            <a:ext cx="189793" cy="29596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FD62E21-620A-3B74-AD73-83C141388BB3}"/>
              </a:ext>
            </a:extLst>
          </p:cNvPr>
          <p:cNvCxnSpPr>
            <a:cxnSpLocks/>
          </p:cNvCxnSpPr>
          <p:nvPr/>
        </p:nvCxnSpPr>
        <p:spPr>
          <a:xfrm>
            <a:off x="2661314" y="2544494"/>
            <a:ext cx="212622" cy="30582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Graphic 11" descr="Female Profile outline">
            <a:extLst>
              <a:ext uri="{FF2B5EF4-FFF2-40B4-BE49-F238E27FC236}">
                <a16:creationId xmlns:a16="http://schemas.microsoft.com/office/drawing/2014/main" id="{5F80A73B-9AE9-A019-A09F-698503E223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402299" y="2852323"/>
            <a:ext cx="515735" cy="515735"/>
          </a:xfrm>
          <a:prstGeom prst="rect">
            <a:avLst/>
          </a:prstGeom>
        </p:spPr>
      </p:pic>
      <p:pic>
        <p:nvPicPr>
          <p:cNvPr id="13" name="Graphic 12" descr="Male profile outline">
            <a:extLst>
              <a:ext uri="{FF2B5EF4-FFF2-40B4-BE49-F238E27FC236}">
                <a16:creationId xmlns:a16="http://schemas.microsoft.com/office/drawing/2014/main" id="{97CC46D6-BC1E-5EC7-DE48-BD22ABF19D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854324" y="2852323"/>
            <a:ext cx="515735" cy="515735"/>
          </a:xfrm>
          <a:prstGeom prst="rect">
            <a:avLst/>
          </a:prstGeom>
        </p:spPr>
      </p:pic>
      <p:pic>
        <p:nvPicPr>
          <p:cNvPr id="14" name="Graphic 13" descr="Female Profile outline">
            <a:extLst>
              <a:ext uri="{FF2B5EF4-FFF2-40B4-BE49-F238E27FC236}">
                <a16:creationId xmlns:a16="http://schemas.microsoft.com/office/drawing/2014/main" id="{5000982B-96E5-C282-67F5-96D33802AC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402299" y="3347062"/>
            <a:ext cx="515735" cy="515735"/>
          </a:xfrm>
          <a:prstGeom prst="rect">
            <a:avLst/>
          </a:prstGeom>
        </p:spPr>
      </p:pic>
      <p:pic>
        <p:nvPicPr>
          <p:cNvPr id="15" name="Graphic 14" descr="Male profile outline">
            <a:extLst>
              <a:ext uri="{FF2B5EF4-FFF2-40B4-BE49-F238E27FC236}">
                <a16:creationId xmlns:a16="http://schemas.microsoft.com/office/drawing/2014/main" id="{D9751F07-081F-B74B-8FDF-EEAAF5742E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854324" y="3347062"/>
            <a:ext cx="515735" cy="515735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58872FA-5E8F-8AE9-E6A1-B602BCDA783B}"/>
              </a:ext>
            </a:extLst>
          </p:cNvPr>
          <p:cNvSpPr/>
          <p:nvPr/>
        </p:nvSpPr>
        <p:spPr>
          <a:xfrm>
            <a:off x="3076170" y="2480604"/>
            <a:ext cx="357458" cy="484748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/>
            <a:r>
              <a:rPr lang="en-US" sz="2700" b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B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AE56AA3-DD0E-B5FC-4936-2DC2E48ECE7B}"/>
              </a:ext>
            </a:extLst>
          </p:cNvPr>
          <p:cNvSpPr/>
          <p:nvPr/>
        </p:nvSpPr>
        <p:spPr>
          <a:xfrm>
            <a:off x="544431" y="2457819"/>
            <a:ext cx="357458" cy="484748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/>
            <a:r>
              <a:rPr lang="en-US" sz="2700" b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1F75A73-130B-7A06-875C-05CD9BFBE608}"/>
              </a:ext>
            </a:extLst>
          </p:cNvPr>
          <p:cNvGrpSpPr/>
          <p:nvPr/>
        </p:nvGrpSpPr>
        <p:grpSpPr>
          <a:xfrm>
            <a:off x="4881388" y="2975954"/>
            <a:ext cx="3529010" cy="256177"/>
            <a:chOff x="7165228" y="3533832"/>
            <a:chExt cx="4705347" cy="341569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6453D73-4C67-9870-CA49-466297F52599}"/>
                </a:ext>
              </a:extLst>
            </p:cNvPr>
            <p:cNvGrpSpPr/>
            <p:nvPr/>
          </p:nvGrpSpPr>
          <p:grpSpPr>
            <a:xfrm>
              <a:off x="7165228" y="3538851"/>
              <a:ext cx="1568450" cy="336550"/>
              <a:chOff x="6096000" y="3632200"/>
              <a:chExt cx="1568450" cy="33655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72EC2A71-A2A9-F9CA-BB3D-D16B493C17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0" y="3800475"/>
                <a:ext cx="1568450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162E563E-90EA-9B05-762F-6BAF9CB4E562}"/>
                  </a:ext>
                </a:extLst>
              </p:cNvPr>
              <p:cNvCxnSpPr/>
              <p:nvPr/>
            </p:nvCxnSpPr>
            <p:spPr>
              <a:xfrm>
                <a:off x="6096000" y="3632200"/>
                <a:ext cx="0" cy="33655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FB1F98AC-D0F6-446D-964C-3182BF8AFD09}"/>
                  </a:ext>
                </a:extLst>
              </p:cNvPr>
              <p:cNvCxnSpPr/>
              <p:nvPr/>
            </p:nvCxnSpPr>
            <p:spPr>
              <a:xfrm>
                <a:off x="7664450" y="3632200"/>
                <a:ext cx="0" cy="33655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335E38A-C454-7C84-AA62-42847D91462C}"/>
                </a:ext>
              </a:extLst>
            </p:cNvPr>
            <p:cNvGrpSpPr/>
            <p:nvPr/>
          </p:nvGrpSpPr>
          <p:grpSpPr>
            <a:xfrm>
              <a:off x="8733676" y="3533832"/>
              <a:ext cx="3136899" cy="340886"/>
              <a:chOff x="9232897" y="3622845"/>
              <a:chExt cx="3136899" cy="340886"/>
            </a:xfrm>
          </p:grpSpPr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B201AEBC-5D7C-1D87-520F-8F91D55864FE}"/>
                  </a:ext>
                </a:extLst>
              </p:cNvPr>
              <p:cNvGrpSpPr/>
              <p:nvPr/>
            </p:nvGrpSpPr>
            <p:grpSpPr>
              <a:xfrm>
                <a:off x="9232897" y="3627181"/>
                <a:ext cx="1568450" cy="336550"/>
                <a:chOff x="6096000" y="3632200"/>
                <a:chExt cx="1568450" cy="336550"/>
              </a:xfrm>
            </p:grpSpPr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371BE799-5A27-A3B9-F4D3-A42FABCD52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6000" y="3800475"/>
                  <a:ext cx="1568450" cy="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D9A204CF-07AD-3852-1733-077ED2D8B99B}"/>
                    </a:ext>
                  </a:extLst>
                </p:cNvPr>
                <p:cNvCxnSpPr/>
                <p:nvPr/>
              </p:nvCxnSpPr>
              <p:spPr>
                <a:xfrm>
                  <a:off x="6096000" y="3632200"/>
                  <a:ext cx="0" cy="33655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1EA3252A-2028-B681-9086-46719FD701F7}"/>
                    </a:ext>
                  </a:extLst>
                </p:cNvPr>
                <p:cNvCxnSpPr/>
                <p:nvPr/>
              </p:nvCxnSpPr>
              <p:spPr>
                <a:xfrm>
                  <a:off x="7664450" y="3632200"/>
                  <a:ext cx="0" cy="33655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668FD8BF-D238-720A-F0AD-695179102FF0}"/>
                  </a:ext>
                </a:extLst>
              </p:cNvPr>
              <p:cNvGrpSpPr/>
              <p:nvPr/>
            </p:nvGrpSpPr>
            <p:grpSpPr>
              <a:xfrm>
                <a:off x="10801346" y="3622845"/>
                <a:ext cx="1568450" cy="336550"/>
                <a:chOff x="6096000" y="3632200"/>
                <a:chExt cx="1568450" cy="336550"/>
              </a:xfrm>
            </p:grpSpPr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786D257C-2028-A164-2EE1-3AE2FECC158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6000" y="3800475"/>
                  <a:ext cx="1568450" cy="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AA508FDD-6351-4163-018D-E9562E58F28E}"/>
                    </a:ext>
                  </a:extLst>
                </p:cNvPr>
                <p:cNvCxnSpPr/>
                <p:nvPr/>
              </p:nvCxnSpPr>
              <p:spPr>
                <a:xfrm>
                  <a:off x="6096000" y="3632200"/>
                  <a:ext cx="0" cy="33655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32388745-4E9D-C6BA-5D38-5C3C8D7F9A87}"/>
                    </a:ext>
                  </a:extLst>
                </p:cNvPr>
                <p:cNvCxnSpPr/>
                <p:nvPr/>
              </p:nvCxnSpPr>
              <p:spPr>
                <a:xfrm>
                  <a:off x="7664450" y="3632200"/>
                  <a:ext cx="0" cy="33655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69DF8C14-EC7F-2714-8F72-11AF6B755056}"/>
              </a:ext>
            </a:extLst>
          </p:cNvPr>
          <p:cNvSpPr txBox="1"/>
          <p:nvPr/>
        </p:nvSpPr>
        <p:spPr>
          <a:xfrm>
            <a:off x="4622233" y="3320589"/>
            <a:ext cx="518303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dirty="0"/>
              <a:t>199</a:t>
            </a:r>
            <a:endParaRPr lang="en-NL" sz="135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A115607-4461-7320-39C8-0943825134D7}"/>
              </a:ext>
            </a:extLst>
          </p:cNvPr>
          <p:cNvSpPr txBox="1"/>
          <p:nvPr/>
        </p:nvSpPr>
        <p:spPr>
          <a:xfrm>
            <a:off x="5804935" y="3307270"/>
            <a:ext cx="518303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dirty="0"/>
              <a:t>200</a:t>
            </a:r>
            <a:endParaRPr lang="en-NL" sz="135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388D851-1D8C-4DDC-69CB-0E1422BD025F}"/>
              </a:ext>
            </a:extLst>
          </p:cNvPr>
          <p:cNvSpPr txBox="1"/>
          <p:nvPr/>
        </p:nvSpPr>
        <p:spPr>
          <a:xfrm>
            <a:off x="6971122" y="3320589"/>
            <a:ext cx="518303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dirty="0"/>
              <a:t>201</a:t>
            </a:r>
            <a:endParaRPr lang="en-NL" sz="1350" dirty="0"/>
          </a:p>
        </p:txBody>
      </p:sp>
      <p:pic>
        <p:nvPicPr>
          <p:cNvPr id="35" name="Graphic 34" descr="Male profile outline">
            <a:extLst>
              <a:ext uri="{FF2B5EF4-FFF2-40B4-BE49-F238E27FC236}">
                <a16:creationId xmlns:a16="http://schemas.microsoft.com/office/drawing/2014/main" id="{8253D24B-464C-3A59-BE98-39341BCC51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30847" y="2086785"/>
            <a:ext cx="395084" cy="395084"/>
          </a:xfrm>
          <a:prstGeom prst="rect">
            <a:avLst/>
          </a:prstGeom>
        </p:spPr>
      </p:pic>
      <p:pic>
        <p:nvPicPr>
          <p:cNvPr id="36" name="Graphic 35" descr="Female Profile outline">
            <a:extLst>
              <a:ext uri="{FF2B5EF4-FFF2-40B4-BE49-F238E27FC236}">
                <a16:creationId xmlns:a16="http://schemas.microsoft.com/office/drawing/2014/main" id="{3285BBC2-6771-CF00-4B8B-FC89E20219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21477" y="2086784"/>
            <a:ext cx="395084" cy="395084"/>
          </a:xfrm>
          <a:prstGeom prst="rect">
            <a:avLst/>
          </a:prstGeom>
        </p:spPr>
      </p:pic>
      <p:pic>
        <p:nvPicPr>
          <p:cNvPr id="38" name="Graphic 37" descr="Male profile outline">
            <a:extLst>
              <a:ext uri="{FF2B5EF4-FFF2-40B4-BE49-F238E27FC236}">
                <a16:creationId xmlns:a16="http://schemas.microsoft.com/office/drawing/2014/main" id="{12523127-9A65-094A-E05C-3D6601AA7B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21477" y="1703583"/>
            <a:ext cx="395084" cy="395084"/>
          </a:xfrm>
          <a:prstGeom prst="rect">
            <a:avLst/>
          </a:prstGeom>
        </p:spPr>
      </p:pic>
      <p:pic>
        <p:nvPicPr>
          <p:cNvPr id="39" name="Graphic 38" descr="Male profile outline">
            <a:extLst>
              <a:ext uri="{FF2B5EF4-FFF2-40B4-BE49-F238E27FC236}">
                <a16:creationId xmlns:a16="http://schemas.microsoft.com/office/drawing/2014/main" id="{3248682F-C15F-D2C8-940F-41CB583129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08125" y="2086785"/>
            <a:ext cx="395084" cy="395084"/>
          </a:xfrm>
          <a:prstGeom prst="rect">
            <a:avLst/>
          </a:prstGeom>
        </p:spPr>
      </p:pic>
      <p:pic>
        <p:nvPicPr>
          <p:cNvPr id="40" name="Graphic 39" descr="Male profile outline">
            <a:extLst>
              <a:ext uri="{FF2B5EF4-FFF2-40B4-BE49-F238E27FC236}">
                <a16:creationId xmlns:a16="http://schemas.microsoft.com/office/drawing/2014/main" id="{44571E12-BC50-4C7C-FA21-BE8CFFF05D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08128" y="1284223"/>
            <a:ext cx="395084" cy="395084"/>
          </a:xfrm>
          <a:prstGeom prst="rect">
            <a:avLst/>
          </a:prstGeom>
        </p:spPr>
      </p:pic>
      <p:pic>
        <p:nvPicPr>
          <p:cNvPr id="41" name="Graphic 40" descr="Male profile outline">
            <a:extLst>
              <a:ext uri="{FF2B5EF4-FFF2-40B4-BE49-F238E27FC236}">
                <a16:creationId xmlns:a16="http://schemas.microsoft.com/office/drawing/2014/main" id="{B1543815-C737-D656-B1E4-8EB249EB24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98755" y="2506145"/>
            <a:ext cx="395084" cy="395084"/>
          </a:xfrm>
          <a:prstGeom prst="rect">
            <a:avLst/>
          </a:prstGeom>
        </p:spPr>
      </p:pic>
      <p:pic>
        <p:nvPicPr>
          <p:cNvPr id="42" name="Graphic 41" descr="Male profile outline">
            <a:extLst>
              <a:ext uri="{FF2B5EF4-FFF2-40B4-BE49-F238E27FC236}">
                <a16:creationId xmlns:a16="http://schemas.microsoft.com/office/drawing/2014/main" id="{B5EED686-CEF2-F099-8FBE-03DCB5B366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98755" y="1703583"/>
            <a:ext cx="395084" cy="395084"/>
          </a:xfrm>
          <a:prstGeom prst="rect">
            <a:avLst/>
          </a:prstGeom>
        </p:spPr>
      </p:pic>
      <p:pic>
        <p:nvPicPr>
          <p:cNvPr id="43" name="Graphic 42" descr="Female Profile outline">
            <a:extLst>
              <a:ext uri="{FF2B5EF4-FFF2-40B4-BE49-F238E27FC236}">
                <a16:creationId xmlns:a16="http://schemas.microsoft.com/office/drawing/2014/main" id="{4F231B2F-B7D9-1A3F-FC60-1CA3C7FD71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55135" y="2506145"/>
            <a:ext cx="395084" cy="395084"/>
          </a:xfrm>
          <a:prstGeom prst="rect">
            <a:avLst/>
          </a:prstGeom>
        </p:spPr>
      </p:pic>
      <p:pic>
        <p:nvPicPr>
          <p:cNvPr id="44" name="Graphic 43" descr="Male profile outline">
            <a:extLst>
              <a:ext uri="{FF2B5EF4-FFF2-40B4-BE49-F238E27FC236}">
                <a16:creationId xmlns:a16="http://schemas.microsoft.com/office/drawing/2014/main" id="{70B76A80-E0BE-575E-8BAE-52B9C36F9F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55129" y="2086785"/>
            <a:ext cx="395084" cy="395084"/>
          </a:xfrm>
          <a:prstGeom prst="rect">
            <a:avLst/>
          </a:prstGeom>
        </p:spPr>
      </p:pic>
      <p:pic>
        <p:nvPicPr>
          <p:cNvPr id="45" name="Graphic 44" descr="Male profile outline">
            <a:extLst>
              <a:ext uri="{FF2B5EF4-FFF2-40B4-BE49-F238E27FC236}">
                <a16:creationId xmlns:a16="http://schemas.microsoft.com/office/drawing/2014/main" id="{EF7ED6E3-47F4-163B-4954-087CBD2F9A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55132" y="1284223"/>
            <a:ext cx="395084" cy="395084"/>
          </a:xfrm>
          <a:prstGeom prst="rect">
            <a:avLst/>
          </a:prstGeom>
        </p:spPr>
      </p:pic>
      <p:pic>
        <p:nvPicPr>
          <p:cNvPr id="46" name="Graphic 45" descr="Male profile outline">
            <a:extLst>
              <a:ext uri="{FF2B5EF4-FFF2-40B4-BE49-F238E27FC236}">
                <a16:creationId xmlns:a16="http://schemas.microsoft.com/office/drawing/2014/main" id="{10081128-4246-90C8-A3FB-002ECDE702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45759" y="2506145"/>
            <a:ext cx="395084" cy="395084"/>
          </a:xfrm>
          <a:prstGeom prst="rect">
            <a:avLst/>
          </a:prstGeom>
        </p:spPr>
      </p:pic>
      <p:pic>
        <p:nvPicPr>
          <p:cNvPr id="47" name="Graphic 46" descr="Female Profile outline">
            <a:extLst>
              <a:ext uri="{FF2B5EF4-FFF2-40B4-BE49-F238E27FC236}">
                <a16:creationId xmlns:a16="http://schemas.microsoft.com/office/drawing/2014/main" id="{989F503C-6CE6-735F-5814-AF47EB84C9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45759" y="2086784"/>
            <a:ext cx="395084" cy="395084"/>
          </a:xfrm>
          <a:prstGeom prst="rect">
            <a:avLst/>
          </a:prstGeom>
        </p:spPr>
      </p:pic>
      <p:pic>
        <p:nvPicPr>
          <p:cNvPr id="48" name="Graphic 47" descr="Male profile outline">
            <a:extLst>
              <a:ext uri="{FF2B5EF4-FFF2-40B4-BE49-F238E27FC236}">
                <a16:creationId xmlns:a16="http://schemas.microsoft.com/office/drawing/2014/main" id="{9A0136B2-6C03-FD22-D61D-D8BCDE1DBE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45759" y="1703583"/>
            <a:ext cx="395084" cy="395084"/>
          </a:xfrm>
          <a:prstGeom prst="rect">
            <a:avLst/>
          </a:prstGeom>
        </p:spPr>
      </p:pic>
      <p:pic>
        <p:nvPicPr>
          <p:cNvPr id="49" name="Graphic 48" descr="Female Profile outline">
            <a:extLst>
              <a:ext uri="{FF2B5EF4-FFF2-40B4-BE49-F238E27FC236}">
                <a16:creationId xmlns:a16="http://schemas.microsoft.com/office/drawing/2014/main" id="{E339D76E-30C0-358B-A06F-1537868AA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45759" y="1284222"/>
            <a:ext cx="395084" cy="395084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0AA83E9C-6621-F1BB-E626-6F783632EB60}"/>
              </a:ext>
            </a:extLst>
          </p:cNvPr>
          <p:cNvSpPr txBox="1"/>
          <p:nvPr/>
        </p:nvSpPr>
        <p:spPr>
          <a:xfrm>
            <a:off x="8153950" y="3322205"/>
            <a:ext cx="518303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dirty="0"/>
              <a:t>202</a:t>
            </a:r>
            <a:endParaRPr lang="en-NL" sz="1350" dirty="0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59B678-AB84-7DC3-9B6F-9095DF30C288}"/>
              </a:ext>
            </a:extLst>
          </p:cNvPr>
          <p:cNvGrpSpPr/>
          <p:nvPr/>
        </p:nvGrpSpPr>
        <p:grpSpPr>
          <a:xfrm>
            <a:off x="4880036" y="2975954"/>
            <a:ext cx="3529010" cy="256177"/>
            <a:chOff x="7165228" y="3533832"/>
            <a:chExt cx="4705347" cy="341569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2DFD9EF7-C4C3-DEFD-89F5-DAEAC474681B}"/>
                </a:ext>
              </a:extLst>
            </p:cNvPr>
            <p:cNvGrpSpPr/>
            <p:nvPr/>
          </p:nvGrpSpPr>
          <p:grpSpPr>
            <a:xfrm>
              <a:off x="7165228" y="3538851"/>
              <a:ext cx="1568450" cy="336550"/>
              <a:chOff x="6096000" y="3632200"/>
              <a:chExt cx="1568450" cy="336550"/>
            </a:xfrm>
          </p:grpSpPr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4962E14E-BC26-A41E-7E55-941A566D2E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0" y="3800475"/>
                <a:ext cx="1568450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7E64975E-9A28-B970-0D93-01011F83BBF7}"/>
                  </a:ext>
                </a:extLst>
              </p:cNvPr>
              <p:cNvCxnSpPr/>
              <p:nvPr/>
            </p:nvCxnSpPr>
            <p:spPr>
              <a:xfrm>
                <a:off x="6096000" y="3632200"/>
                <a:ext cx="0" cy="33655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5848F1B0-46C7-DE03-E286-D57113B148AD}"/>
                  </a:ext>
                </a:extLst>
              </p:cNvPr>
              <p:cNvCxnSpPr/>
              <p:nvPr/>
            </p:nvCxnSpPr>
            <p:spPr>
              <a:xfrm>
                <a:off x="7664450" y="3632200"/>
                <a:ext cx="0" cy="33655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0BD0CF33-0706-83D1-75B8-B7AA38AEDDA9}"/>
                </a:ext>
              </a:extLst>
            </p:cNvPr>
            <p:cNvGrpSpPr/>
            <p:nvPr/>
          </p:nvGrpSpPr>
          <p:grpSpPr>
            <a:xfrm>
              <a:off x="8733676" y="3533832"/>
              <a:ext cx="3136899" cy="340886"/>
              <a:chOff x="9232897" y="3622845"/>
              <a:chExt cx="3136899" cy="340886"/>
            </a:xfrm>
          </p:grpSpPr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259F2178-FB21-1682-1295-42036EB3BEFC}"/>
                  </a:ext>
                </a:extLst>
              </p:cNvPr>
              <p:cNvGrpSpPr/>
              <p:nvPr/>
            </p:nvGrpSpPr>
            <p:grpSpPr>
              <a:xfrm>
                <a:off x="9232897" y="3627181"/>
                <a:ext cx="1568450" cy="336550"/>
                <a:chOff x="6096000" y="3632200"/>
                <a:chExt cx="1568450" cy="336550"/>
              </a:xfrm>
            </p:grpSpPr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6FAE4289-AE8F-0B57-20B3-C15B0F8608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6000" y="3800475"/>
                  <a:ext cx="1568450" cy="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04CF8942-5F1B-85B8-91C7-99159765EDEE}"/>
                    </a:ext>
                  </a:extLst>
                </p:cNvPr>
                <p:cNvCxnSpPr/>
                <p:nvPr/>
              </p:nvCxnSpPr>
              <p:spPr>
                <a:xfrm>
                  <a:off x="6096000" y="3632200"/>
                  <a:ext cx="0" cy="33655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B224F1C7-24ED-524C-F471-331351101DC4}"/>
                    </a:ext>
                  </a:extLst>
                </p:cNvPr>
                <p:cNvCxnSpPr/>
                <p:nvPr/>
              </p:nvCxnSpPr>
              <p:spPr>
                <a:xfrm>
                  <a:off x="7664450" y="3632200"/>
                  <a:ext cx="0" cy="33655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938E212F-201F-2110-DBC2-24EC705E81C9}"/>
                  </a:ext>
                </a:extLst>
              </p:cNvPr>
              <p:cNvGrpSpPr/>
              <p:nvPr/>
            </p:nvGrpSpPr>
            <p:grpSpPr>
              <a:xfrm>
                <a:off x="10801346" y="3622845"/>
                <a:ext cx="1568450" cy="336550"/>
                <a:chOff x="6096000" y="3632200"/>
                <a:chExt cx="1568450" cy="336550"/>
              </a:xfrm>
            </p:grpSpPr>
            <p:cxnSp>
              <p:nvCxnSpPr>
                <p:cNvPr id="56" name="Straight Connector 55">
                  <a:extLst>
                    <a:ext uri="{FF2B5EF4-FFF2-40B4-BE49-F238E27FC236}">
                      <a16:creationId xmlns:a16="http://schemas.microsoft.com/office/drawing/2014/main" id="{549D254E-06C2-384E-EA05-0F3D4DF881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6000" y="3800475"/>
                  <a:ext cx="1568450" cy="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3A5B5857-F2F6-A5F2-E7CD-E4BF3E2C19FF}"/>
                    </a:ext>
                  </a:extLst>
                </p:cNvPr>
                <p:cNvCxnSpPr/>
                <p:nvPr/>
              </p:nvCxnSpPr>
              <p:spPr>
                <a:xfrm>
                  <a:off x="6096000" y="3632200"/>
                  <a:ext cx="0" cy="33655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460A391C-4D17-3969-E64F-3FAA7CB91404}"/>
                    </a:ext>
                  </a:extLst>
                </p:cNvPr>
                <p:cNvCxnSpPr/>
                <p:nvPr/>
              </p:nvCxnSpPr>
              <p:spPr>
                <a:xfrm>
                  <a:off x="7664450" y="3632200"/>
                  <a:ext cx="0" cy="33655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8C199637-F6B6-549D-9F82-3A4CAAA54253}"/>
              </a:ext>
            </a:extLst>
          </p:cNvPr>
          <p:cNvSpPr txBox="1"/>
          <p:nvPr/>
        </p:nvSpPr>
        <p:spPr>
          <a:xfrm>
            <a:off x="4620882" y="3320589"/>
            <a:ext cx="591848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dirty="0"/>
              <a:t>1990</a:t>
            </a:r>
            <a:endParaRPr lang="en-NL" sz="135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B85D927-CDFB-F6AD-C281-6E5DC837EE73}"/>
              </a:ext>
            </a:extLst>
          </p:cNvPr>
          <p:cNvSpPr txBox="1"/>
          <p:nvPr/>
        </p:nvSpPr>
        <p:spPr>
          <a:xfrm>
            <a:off x="5803583" y="3307270"/>
            <a:ext cx="604527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/>
              <a:t>2000</a:t>
            </a:r>
            <a:endParaRPr lang="en-NL" sz="135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B552C29-FE17-A175-4940-F6146276F320}"/>
              </a:ext>
            </a:extLst>
          </p:cNvPr>
          <p:cNvSpPr txBox="1"/>
          <p:nvPr/>
        </p:nvSpPr>
        <p:spPr>
          <a:xfrm>
            <a:off x="6969771" y="3320589"/>
            <a:ext cx="622520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/>
              <a:t>2010</a:t>
            </a:r>
            <a:endParaRPr lang="en-NL" sz="1350"/>
          </a:p>
        </p:txBody>
      </p:sp>
      <p:pic>
        <p:nvPicPr>
          <p:cNvPr id="68" name="Graphic 67" descr="Male profile outline">
            <a:extLst>
              <a:ext uri="{FF2B5EF4-FFF2-40B4-BE49-F238E27FC236}">
                <a16:creationId xmlns:a16="http://schemas.microsoft.com/office/drawing/2014/main" id="{5940D4DF-E559-0770-5A8D-B65F0DB33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06773" y="2086785"/>
            <a:ext cx="395084" cy="395084"/>
          </a:xfrm>
          <a:prstGeom prst="rect">
            <a:avLst/>
          </a:prstGeom>
        </p:spPr>
      </p:pic>
      <p:pic>
        <p:nvPicPr>
          <p:cNvPr id="69" name="Graphic 68" descr="Male profile outline">
            <a:extLst>
              <a:ext uri="{FF2B5EF4-FFF2-40B4-BE49-F238E27FC236}">
                <a16:creationId xmlns:a16="http://schemas.microsoft.com/office/drawing/2014/main" id="{6A7583AC-72C5-ED82-D836-8C181D1BA6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97403" y="2506145"/>
            <a:ext cx="395084" cy="395084"/>
          </a:xfrm>
          <a:prstGeom prst="rect">
            <a:avLst/>
          </a:prstGeom>
        </p:spPr>
      </p:pic>
      <p:pic>
        <p:nvPicPr>
          <p:cNvPr id="70" name="Graphic 69" descr="Male profile outline">
            <a:extLst>
              <a:ext uri="{FF2B5EF4-FFF2-40B4-BE49-F238E27FC236}">
                <a16:creationId xmlns:a16="http://schemas.microsoft.com/office/drawing/2014/main" id="{315FCFA2-CFD2-2666-22E3-D60D97C5DD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29495" y="2086785"/>
            <a:ext cx="395084" cy="395084"/>
          </a:xfrm>
          <a:prstGeom prst="rect">
            <a:avLst/>
          </a:prstGeom>
        </p:spPr>
      </p:pic>
      <p:grpSp>
        <p:nvGrpSpPr>
          <p:cNvPr id="71" name="Group 70">
            <a:extLst>
              <a:ext uri="{FF2B5EF4-FFF2-40B4-BE49-F238E27FC236}">
                <a16:creationId xmlns:a16="http://schemas.microsoft.com/office/drawing/2014/main" id="{4F9FE0A3-2464-064D-D246-F24FBB48266C}"/>
              </a:ext>
            </a:extLst>
          </p:cNvPr>
          <p:cNvGrpSpPr/>
          <p:nvPr/>
        </p:nvGrpSpPr>
        <p:grpSpPr>
          <a:xfrm>
            <a:off x="4683842" y="1284221"/>
            <a:ext cx="2666380" cy="1617008"/>
            <a:chOff x="6245122" y="1712295"/>
            <a:chExt cx="3555173" cy="2156010"/>
          </a:xfrm>
        </p:grpSpPr>
        <p:pic>
          <p:nvPicPr>
            <p:cNvPr id="72" name="Graphic 71" descr="Male profile outline">
              <a:extLst>
                <a:ext uri="{FF2B5EF4-FFF2-40B4-BE49-F238E27FC236}">
                  <a16:creationId xmlns:a16="http://schemas.microsoft.com/office/drawing/2014/main" id="{BC9B2816-919D-6C9A-7BE4-E29F0A26B23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765962" y="2271443"/>
              <a:ext cx="526779" cy="526779"/>
            </a:xfrm>
            <a:prstGeom prst="rect">
              <a:avLst/>
            </a:prstGeom>
          </p:spPr>
        </p:pic>
        <p:pic>
          <p:nvPicPr>
            <p:cNvPr id="73" name="Graphic 72" descr="Female Profile outline">
              <a:extLst>
                <a:ext uri="{FF2B5EF4-FFF2-40B4-BE49-F238E27FC236}">
                  <a16:creationId xmlns:a16="http://schemas.microsoft.com/office/drawing/2014/main" id="{2F578B81-7F7F-4FF3-BD2F-7C2399A8380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41135" y="3341526"/>
              <a:ext cx="526779" cy="526779"/>
            </a:xfrm>
            <a:prstGeom prst="rect">
              <a:avLst/>
            </a:prstGeom>
          </p:spPr>
        </p:pic>
        <p:pic>
          <p:nvPicPr>
            <p:cNvPr id="74" name="Graphic 73" descr="Male profile outline">
              <a:extLst>
                <a:ext uri="{FF2B5EF4-FFF2-40B4-BE49-F238E27FC236}">
                  <a16:creationId xmlns:a16="http://schemas.microsoft.com/office/drawing/2014/main" id="{53DCF699-4447-A918-889C-BFC660D081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761968" y="3341526"/>
              <a:ext cx="526779" cy="526779"/>
            </a:xfrm>
            <a:prstGeom prst="rect">
              <a:avLst/>
            </a:prstGeom>
          </p:spPr>
        </p:pic>
        <p:pic>
          <p:nvPicPr>
            <p:cNvPr id="75" name="Graphic 74" descr="Female Profile outline">
              <a:extLst>
                <a:ext uri="{FF2B5EF4-FFF2-40B4-BE49-F238E27FC236}">
                  <a16:creationId xmlns:a16="http://schemas.microsoft.com/office/drawing/2014/main" id="{53DDEB26-BAB1-0132-9489-8DE1C5FE1B0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77510" y="2271443"/>
              <a:ext cx="526779" cy="526779"/>
            </a:xfrm>
            <a:prstGeom prst="rect">
              <a:avLst/>
            </a:prstGeom>
          </p:spPr>
        </p:pic>
        <p:pic>
          <p:nvPicPr>
            <p:cNvPr id="76" name="Graphic 75" descr="Female Profile outline">
              <a:extLst>
                <a:ext uri="{FF2B5EF4-FFF2-40B4-BE49-F238E27FC236}">
                  <a16:creationId xmlns:a16="http://schemas.microsoft.com/office/drawing/2014/main" id="{FA286AA8-68CC-F05D-E0F9-5D2FA22682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798339" y="2782378"/>
              <a:ext cx="526779" cy="526779"/>
            </a:xfrm>
            <a:prstGeom prst="rect">
              <a:avLst/>
            </a:prstGeom>
          </p:spPr>
        </p:pic>
        <p:pic>
          <p:nvPicPr>
            <p:cNvPr id="77" name="Graphic 76" descr="Female Profile outline">
              <a:extLst>
                <a:ext uri="{FF2B5EF4-FFF2-40B4-BE49-F238E27FC236}">
                  <a16:creationId xmlns:a16="http://schemas.microsoft.com/office/drawing/2014/main" id="{4EE1C615-7981-591E-1A16-9DD9FD3540A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798339" y="1712295"/>
              <a:ext cx="526779" cy="526779"/>
            </a:xfrm>
            <a:prstGeom prst="rect">
              <a:avLst/>
            </a:prstGeom>
          </p:spPr>
        </p:pic>
        <p:pic>
          <p:nvPicPr>
            <p:cNvPr id="78" name="Graphic 77" descr="Female Profile outline">
              <a:extLst>
                <a:ext uri="{FF2B5EF4-FFF2-40B4-BE49-F238E27FC236}">
                  <a16:creationId xmlns:a16="http://schemas.microsoft.com/office/drawing/2014/main" id="{18AA8ABA-EF27-14CA-61B2-02F4C480E4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273516" y="2271443"/>
              <a:ext cx="526779" cy="526779"/>
            </a:xfrm>
            <a:prstGeom prst="rect">
              <a:avLst/>
            </a:prstGeom>
          </p:spPr>
        </p:pic>
        <p:pic>
          <p:nvPicPr>
            <p:cNvPr id="79" name="Graphic 78" descr="Female Profile outline">
              <a:extLst>
                <a:ext uri="{FF2B5EF4-FFF2-40B4-BE49-F238E27FC236}">
                  <a16:creationId xmlns:a16="http://schemas.microsoft.com/office/drawing/2014/main" id="{8470726C-5A1E-9B64-0297-88607742192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245129" y="3341526"/>
              <a:ext cx="526779" cy="526779"/>
            </a:xfrm>
            <a:prstGeom prst="rect">
              <a:avLst/>
            </a:prstGeom>
          </p:spPr>
        </p:pic>
        <p:pic>
          <p:nvPicPr>
            <p:cNvPr id="80" name="Graphic 79" descr="Male profile outline">
              <a:extLst>
                <a:ext uri="{FF2B5EF4-FFF2-40B4-BE49-F238E27FC236}">
                  <a16:creationId xmlns:a16="http://schemas.microsoft.com/office/drawing/2014/main" id="{9B161D47-60CE-2CE2-2B4D-9D2288EEA1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245122" y="2782379"/>
              <a:ext cx="526779" cy="526779"/>
            </a:xfrm>
            <a:prstGeom prst="rect">
              <a:avLst/>
            </a:prstGeom>
          </p:spPr>
        </p:pic>
        <p:pic>
          <p:nvPicPr>
            <p:cNvPr id="81" name="Graphic 80" descr="Female Profile outline">
              <a:extLst>
                <a:ext uri="{FF2B5EF4-FFF2-40B4-BE49-F238E27FC236}">
                  <a16:creationId xmlns:a16="http://schemas.microsoft.com/office/drawing/2014/main" id="{75209850-DAF8-6768-8DC3-D199AA2493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245133" y="2271443"/>
              <a:ext cx="526779" cy="526779"/>
            </a:xfrm>
            <a:prstGeom prst="rect">
              <a:avLst/>
            </a:prstGeom>
          </p:spPr>
        </p:pic>
        <p:pic>
          <p:nvPicPr>
            <p:cNvPr id="82" name="Graphic 81" descr="Male profile outline">
              <a:extLst>
                <a:ext uri="{FF2B5EF4-FFF2-40B4-BE49-F238E27FC236}">
                  <a16:creationId xmlns:a16="http://schemas.microsoft.com/office/drawing/2014/main" id="{B2EDA0AC-53C4-6C26-6F07-96E94C58148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245126" y="1712296"/>
              <a:ext cx="526779" cy="526779"/>
            </a:xfrm>
            <a:prstGeom prst="rect">
              <a:avLst/>
            </a:prstGeom>
          </p:spPr>
        </p:pic>
        <p:pic>
          <p:nvPicPr>
            <p:cNvPr id="83" name="Graphic 82" descr="Male profile outline">
              <a:extLst>
                <a:ext uri="{FF2B5EF4-FFF2-40B4-BE49-F238E27FC236}">
                  <a16:creationId xmlns:a16="http://schemas.microsoft.com/office/drawing/2014/main" id="{F717EB7A-51CE-6294-93F7-272E2074AF1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765962" y="3341526"/>
              <a:ext cx="526779" cy="526779"/>
            </a:xfrm>
            <a:prstGeom prst="rect">
              <a:avLst/>
            </a:prstGeom>
          </p:spPr>
        </p:pic>
        <p:pic>
          <p:nvPicPr>
            <p:cNvPr id="84" name="Graphic 83" descr="Female Profile outline">
              <a:extLst>
                <a:ext uri="{FF2B5EF4-FFF2-40B4-BE49-F238E27FC236}">
                  <a16:creationId xmlns:a16="http://schemas.microsoft.com/office/drawing/2014/main" id="{10AF408F-C5C6-9D97-A2A3-88CAC11B9C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765962" y="2782378"/>
              <a:ext cx="526779" cy="526779"/>
            </a:xfrm>
            <a:prstGeom prst="rect">
              <a:avLst/>
            </a:prstGeom>
          </p:spPr>
        </p:pic>
        <p:pic>
          <p:nvPicPr>
            <p:cNvPr id="85" name="Graphic 84" descr="Female Profile outline">
              <a:extLst>
                <a:ext uri="{FF2B5EF4-FFF2-40B4-BE49-F238E27FC236}">
                  <a16:creationId xmlns:a16="http://schemas.microsoft.com/office/drawing/2014/main" id="{B89BC17F-7B94-D724-6E74-A10A6F66C1D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765962" y="1712295"/>
              <a:ext cx="526779" cy="526779"/>
            </a:xfrm>
            <a:prstGeom prst="rect">
              <a:avLst/>
            </a:prstGeom>
          </p:spPr>
        </p:pic>
        <p:pic>
          <p:nvPicPr>
            <p:cNvPr id="86" name="Graphic 85" descr="Female Profile outline">
              <a:extLst>
                <a:ext uri="{FF2B5EF4-FFF2-40B4-BE49-F238E27FC236}">
                  <a16:creationId xmlns:a16="http://schemas.microsoft.com/office/drawing/2014/main" id="{CCF15796-D9BF-5D3D-49B6-3255FDE3AA1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41139" y="2271443"/>
              <a:ext cx="526779" cy="526779"/>
            </a:xfrm>
            <a:prstGeom prst="rect">
              <a:avLst/>
            </a:prstGeom>
          </p:spPr>
        </p:pic>
        <p:pic>
          <p:nvPicPr>
            <p:cNvPr id="87" name="Graphic 86" descr="Male profile outline">
              <a:extLst>
                <a:ext uri="{FF2B5EF4-FFF2-40B4-BE49-F238E27FC236}">
                  <a16:creationId xmlns:a16="http://schemas.microsoft.com/office/drawing/2014/main" id="{D05BCEE4-5967-4888-FC3F-5736D295626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241132" y="1712296"/>
              <a:ext cx="526779" cy="526779"/>
            </a:xfrm>
            <a:prstGeom prst="rect">
              <a:avLst/>
            </a:prstGeom>
          </p:spPr>
        </p:pic>
        <p:pic>
          <p:nvPicPr>
            <p:cNvPr id="88" name="Graphic 87" descr="Female Profile outline">
              <a:extLst>
                <a:ext uri="{FF2B5EF4-FFF2-40B4-BE49-F238E27FC236}">
                  <a16:creationId xmlns:a16="http://schemas.microsoft.com/office/drawing/2014/main" id="{55A40EEC-CD85-420F-A98A-F0B0DF3F3C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761968" y="1712295"/>
              <a:ext cx="526779" cy="526779"/>
            </a:xfrm>
            <a:prstGeom prst="rect">
              <a:avLst/>
            </a:prstGeom>
          </p:spPr>
        </p:pic>
        <p:pic>
          <p:nvPicPr>
            <p:cNvPr id="89" name="Graphic 88" descr="Female Profile outline">
              <a:extLst>
                <a:ext uri="{FF2B5EF4-FFF2-40B4-BE49-F238E27FC236}">
                  <a16:creationId xmlns:a16="http://schemas.microsoft.com/office/drawing/2014/main" id="{28EE4E92-8A55-8281-45B3-DE8DA9C158A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77506" y="3341526"/>
              <a:ext cx="526779" cy="526779"/>
            </a:xfrm>
            <a:prstGeom prst="rect">
              <a:avLst/>
            </a:prstGeom>
          </p:spPr>
        </p:pic>
        <p:pic>
          <p:nvPicPr>
            <p:cNvPr id="90" name="Graphic 89" descr="Female Profile outline">
              <a:extLst>
                <a:ext uri="{FF2B5EF4-FFF2-40B4-BE49-F238E27FC236}">
                  <a16:creationId xmlns:a16="http://schemas.microsoft.com/office/drawing/2014/main" id="{B36BB210-E505-1429-0DB6-E54D8FA705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760166" y="2782378"/>
              <a:ext cx="526779" cy="526779"/>
            </a:xfrm>
            <a:prstGeom prst="rect">
              <a:avLst/>
            </a:prstGeom>
          </p:spPr>
        </p:pic>
      </p:grpSp>
      <p:pic>
        <p:nvPicPr>
          <p:cNvPr id="91" name="Graphic 90" descr="Male profile outline">
            <a:extLst>
              <a:ext uri="{FF2B5EF4-FFF2-40B4-BE49-F238E27FC236}">
                <a16:creationId xmlns:a16="http://schemas.microsoft.com/office/drawing/2014/main" id="{A8ADFD2B-5753-BAFD-3ACC-D02256FA64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06776" y="1284223"/>
            <a:ext cx="395084" cy="395084"/>
          </a:xfrm>
          <a:prstGeom prst="rect">
            <a:avLst/>
          </a:prstGeom>
        </p:spPr>
      </p:pic>
      <p:pic>
        <p:nvPicPr>
          <p:cNvPr id="92" name="Graphic 91" descr="Male profile outline">
            <a:extLst>
              <a:ext uri="{FF2B5EF4-FFF2-40B4-BE49-F238E27FC236}">
                <a16:creationId xmlns:a16="http://schemas.microsoft.com/office/drawing/2014/main" id="{CEB417EE-6FA8-3868-6C23-084D98AB19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97403" y="1703583"/>
            <a:ext cx="395084" cy="395084"/>
          </a:xfrm>
          <a:prstGeom prst="rect">
            <a:avLst/>
          </a:prstGeom>
        </p:spPr>
      </p:pic>
      <p:pic>
        <p:nvPicPr>
          <p:cNvPr id="93" name="Graphic 92" descr="Female Profile outline">
            <a:extLst>
              <a:ext uri="{FF2B5EF4-FFF2-40B4-BE49-F238E27FC236}">
                <a16:creationId xmlns:a16="http://schemas.microsoft.com/office/drawing/2014/main" id="{AB289736-43F9-5AB0-76C6-4B4CD04A16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53783" y="2506145"/>
            <a:ext cx="395084" cy="395084"/>
          </a:xfrm>
          <a:prstGeom prst="rect">
            <a:avLst/>
          </a:prstGeom>
        </p:spPr>
      </p:pic>
      <p:pic>
        <p:nvPicPr>
          <p:cNvPr id="94" name="Graphic 93" descr="Male profile outline">
            <a:extLst>
              <a:ext uri="{FF2B5EF4-FFF2-40B4-BE49-F238E27FC236}">
                <a16:creationId xmlns:a16="http://schemas.microsoft.com/office/drawing/2014/main" id="{953FDF39-4D72-E3D8-A05B-74C2160019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53778" y="2086785"/>
            <a:ext cx="395084" cy="395084"/>
          </a:xfrm>
          <a:prstGeom prst="rect">
            <a:avLst/>
          </a:prstGeom>
        </p:spPr>
      </p:pic>
      <p:pic>
        <p:nvPicPr>
          <p:cNvPr id="95" name="Graphic 94" descr="Male profile outline">
            <a:extLst>
              <a:ext uri="{FF2B5EF4-FFF2-40B4-BE49-F238E27FC236}">
                <a16:creationId xmlns:a16="http://schemas.microsoft.com/office/drawing/2014/main" id="{097E205D-B2EA-5AD9-4EA7-E234AAE26B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53781" y="1284223"/>
            <a:ext cx="395084" cy="395084"/>
          </a:xfrm>
          <a:prstGeom prst="rect">
            <a:avLst/>
          </a:prstGeom>
        </p:spPr>
      </p:pic>
      <p:pic>
        <p:nvPicPr>
          <p:cNvPr id="96" name="Graphic 95" descr="Male profile outline">
            <a:extLst>
              <a:ext uri="{FF2B5EF4-FFF2-40B4-BE49-F238E27FC236}">
                <a16:creationId xmlns:a16="http://schemas.microsoft.com/office/drawing/2014/main" id="{CAC1A99D-5403-10C8-4803-D196570B0B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44408" y="2506145"/>
            <a:ext cx="395084" cy="395084"/>
          </a:xfrm>
          <a:prstGeom prst="rect">
            <a:avLst/>
          </a:prstGeom>
        </p:spPr>
      </p:pic>
      <p:pic>
        <p:nvPicPr>
          <p:cNvPr id="97" name="Graphic 96" descr="Female Profile outline">
            <a:extLst>
              <a:ext uri="{FF2B5EF4-FFF2-40B4-BE49-F238E27FC236}">
                <a16:creationId xmlns:a16="http://schemas.microsoft.com/office/drawing/2014/main" id="{55ACF957-4FAD-44D4-4BC3-6626AC4C6E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44408" y="2086784"/>
            <a:ext cx="395084" cy="395084"/>
          </a:xfrm>
          <a:prstGeom prst="rect">
            <a:avLst/>
          </a:prstGeom>
        </p:spPr>
      </p:pic>
      <p:pic>
        <p:nvPicPr>
          <p:cNvPr id="98" name="Graphic 97" descr="Male profile outline">
            <a:extLst>
              <a:ext uri="{FF2B5EF4-FFF2-40B4-BE49-F238E27FC236}">
                <a16:creationId xmlns:a16="http://schemas.microsoft.com/office/drawing/2014/main" id="{C6B049B4-E381-235E-442A-E0330DC7F7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44408" y="1703583"/>
            <a:ext cx="395084" cy="395084"/>
          </a:xfrm>
          <a:prstGeom prst="rect">
            <a:avLst/>
          </a:prstGeom>
        </p:spPr>
      </p:pic>
      <p:pic>
        <p:nvPicPr>
          <p:cNvPr id="99" name="Graphic 98" descr="Female Profile outline">
            <a:extLst>
              <a:ext uri="{FF2B5EF4-FFF2-40B4-BE49-F238E27FC236}">
                <a16:creationId xmlns:a16="http://schemas.microsoft.com/office/drawing/2014/main" id="{0D92848C-7192-01F6-DD2C-337E9F6955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44408" y="1284222"/>
            <a:ext cx="395084" cy="395084"/>
          </a:xfrm>
          <a:prstGeom prst="rect">
            <a:avLst/>
          </a:prstGeom>
        </p:spPr>
      </p:pic>
      <p:sp>
        <p:nvSpPr>
          <p:cNvPr id="100" name="TextBox 99">
            <a:extLst>
              <a:ext uri="{FF2B5EF4-FFF2-40B4-BE49-F238E27FC236}">
                <a16:creationId xmlns:a16="http://schemas.microsoft.com/office/drawing/2014/main" id="{65B5C4E0-A505-4343-73A5-74934444A3D3}"/>
              </a:ext>
            </a:extLst>
          </p:cNvPr>
          <p:cNvSpPr txBox="1"/>
          <p:nvPr/>
        </p:nvSpPr>
        <p:spPr>
          <a:xfrm>
            <a:off x="8152599" y="3322205"/>
            <a:ext cx="756608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dirty="0"/>
              <a:t>2020</a:t>
            </a:r>
            <a:endParaRPr lang="en-NL" sz="1350" dirty="0"/>
          </a:p>
        </p:txBody>
      </p:sp>
      <p:pic>
        <p:nvPicPr>
          <p:cNvPr id="101" name="Graphic 100" descr="Medicine outline">
            <a:extLst>
              <a:ext uri="{FF2B5EF4-FFF2-40B4-BE49-F238E27FC236}">
                <a16:creationId xmlns:a16="http://schemas.microsoft.com/office/drawing/2014/main" id="{6DDA77D1-831A-CB04-B43F-74C6A54B93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85132" y="3059173"/>
            <a:ext cx="575780" cy="575780"/>
          </a:xfrm>
          <a:prstGeom prst="rect">
            <a:avLst/>
          </a:prstGeom>
        </p:spPr>
      </p:pic>
      <p:sp>
        <p:nvSpPr>
          <p:cNvPr id="102" name="Title 1">
            <a:extLst>
              <a:ext uri="{FF2B5EF4-FFF2-40B4-BE49-F238E27FC236}">
                <a16:creationId xmlns:a16="http://schemas.microsoft.com/office/drawing/2014/main" id="{755CC044-6482-2830-CDF8-22522B90D203}"/>
              </a:ext>
            </a:extLst>
          </p:cNvPr>
          <p:cNvSpPr txBox="1">
            <a:spLocks/>
          </p:cNvSpPr>
          <p:nvPr/>
        </p:nvSpPr>
        <p:spPr>
          <a:xfrm>
            <a:off x="167054" y="173541"/>
            <a:ext cx="2909113" cy="637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b="1"/>
              <a:t>Introduction</a:t>
            </a:r>
            <a:endParaRPr lang="en-NL" b="1" dirty="0"/>
          </a:p>
        </p:txBody>
      </p:sp>
      <p:sp>
        <p:nvSpPr>
          <p:cNvPr id="103" name="Slide Number Placeholder 102">
            <a:extLst>
              <a:ext uri="{FF2B5EF4-FFF2-40B4-BE49-F238E27FC236}">
                <a16:creationId xmlns:a16="http://schemas.microsoft.com/office/drawing/2014/main" id="{59138486-048D-5F82-39E1-59A2F90EF539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</a:pPr>
            <a:fld id="{6B729233-A4E5-4286-907E-3ABE909BBBEB}" type="slidenum">
              <a:rPr lang="nl-NL" sz="1000" b="0" u="none" strike="noStrike" smtClean="0">
                <a:solidFill>
                  <a:srgbClr val="003741"/>
                </a:solidFill>
                <a:effectLst/>
                <a:uFillTx/>
                <a:latin typeface="Trebuchet MS Standaard"/>
              </a:rPr>
              <a:t>5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502956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480954-9F39-E01A-185E-E4122FA64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Inpatient outline">
            <a:extLst>
              <a:ext uri="{FF2B5EF4-FFF2-40B4-BE49-F238E27FC236}">
                <a16:creationId xmlns:a16="http://schemas.microsoft.com/office/drawing/2014/main" id="{6C6BFBA0-0010-3C08-3759-0D8C63E669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69601" y="968003"/>
            <a:ext cx="575780" cy="575780"/>
          </a:xfrm>
          <a:prstGeom prst="rect">
            <a:avLst/>
          </a:prstGeom>
        </p:spPr>
      </p:pic>
      <p:pic>
        <p:nvPicPr>
          <p:cNvPr id="3" name="Graphic 2" descr="Medicine outline">
            <a:extLst>
              <a:ext uri="{FF2B5EF4-FFF2-40B4-BE49-F238E27FC236}">
                <a16:creationId xmlns:a16="http://schemas.microsoft.com/office/drawing/2014/main" id="{0B048C2F-CC0B-372F-7122-AE8D7CD4DF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2692" y="968003"/>
            <a:ext cx="575780" cy="575780"/>
          </a:xfrm>
          <a:prstGeom prst="rect">
            <a:avLst/>
          </a:prstGeom>
        </p:spPr>
      </p:pic>
      <p:pic>
        <p:nvPicPr>
          <p:cNvPr id="4" name="Graphic 3" descr="Female Profile outline">
            <a:extLst>
              <a:ext uri="{FF2B5EF4-FFF2-40B4-BE49-F238E27FC236}">
                <a16:creationId xmlns:a16="http://schemas.microsoft.com/office/drawing/2014/main" id="{ECA8B54E-9864-5D96-8297-875BA30AB5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3465" y="1846859"/>
            <a:ext cx="515735" cy="515735"/>
          </a:xfrm>
          <a:prstGeom prst="rect">
            <a:avLst/>
          </a:prstGeom>
        </p:spPr>
      </p:pic>
      <p:pic>
        <p:nvPicPr>
          <p:cNvPr id="5" name="Graphic 4" descr="Male profile outline">
            <a:extLst>
              <a:ext uri="{FF2B5EF4-FFF2-40B4-BE49-F238E27FC236}">
                <a16:creationId xmlns:a16="http://schemas.microsoft.com/office/drawing/2014/main" id="{D7197054-CECC-6275-3B12-52E82455EF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03841" y="2026749"/>
            <a:ext cx="515735" cy="515735"/>
          </a:xfrm>
          <a:prstGeom prst="rect">
            <a:avLst/>
          </a:prstGeom>
        </p:spPr>
      </p:pic>
      <p:pic>
        <p:nvPicPr>
          <p:cNvPr id="6" name="Graphic 5" descr="Female Profile outline">
            <a:extLst>
              <a:ext uri="{FF2B5EF4-FFF2-40B4-BE49-F238E27FC236}">
                <a16:creationId xmlns:a16="http://schemas.microsoft.com/office/drawing/2014/main" id="{1E1E5B0F-DE54-8DEA-17A9-6EFBA48F7B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61571" y="2026749"/>
            <a:ext cx="515735" cy="515735"/>
          </a:xfrm>
          <a:prstGeom prst="rect">
            <a:avLst/>
          </a:prstGeom>
        </p:spPr>
      </p:pic>
      <p:pic>
        <p:nvPicPr>
          <p:cNvPr id="7" name="Graphic 6" descr="Male profile outline">
            <a:extLst>
              <a:ext uri="{FF2B5EF4-FFF2-40B4-BE49-F238E27FC236}">
                <a16:creationId xmlns:a16="http://schemas.microsoft.com/office/drawing/2014/main" id="{535B4AF8-989A-2513-1801-31CE26FDED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30081" y="1846859"/>
            <a:ext cx="515735" cy="515735"/>
          </a:xfrm>
          <a:prstGeom prst="rect">
            <a:avLst/>
          </a:prstGeom>
        </p:spPr>
      </p:pic>
      <p:pic>
        <p:nvPicPr>
          <p:cNvPr id="8" name="Graphic 7" descr="Medicine outline">
            <a:extLst>
              <a:ext uri="{FF2B5EF4-FFF2-40B4-BE49-F238E27FC236}">
                <a16:creationId xmlns:a16="http://schemas.microsoft.com/office/drawing/2014/main" id="{1F9F7533-61D4-0DDD-286A-680BFBA053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34793" y="3061358"/>
            <a:ext cx="575780" cy="57578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7EEFE6B-631D-B833-A733-68948D53B5BE}"/>
              </a:ext>
            </a:extLst>
          </p:cNvPr>
          <p:cNvCxnSpPr/>
          <p:nvPr/>
        </p:nvCxnSpPr>
        <p:spPr>
          <a:xfrm>
            <a:off x="1833546" y="1509388"/>
            <a:ext cx="0" cy="40429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6FA354F-D7C2-0B70-C2A3-88A0FCA16C78}"/>
              </a:ext>
            </a:extLst>
          </p:cNvPr>
          <p:cNvCxnSpPr>
            <a:cxnSpLocks/>
          </p:cNvCxnSpPr>
          <p:nvPr/>
        </p:nvCxnSpPr>
        <p:spPr>
          <a:xfrm flipH="1">
            <a:off x="1112670" y="2531301"/>
            <a:ext cx="189793" cy="29596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A18B605-8A2C-9AD5-794B-0DE42CD0A2D4}"/>
              </a:ext>
            </a:extLst>
          </p:cNvPr>
          <p:cNvCxnSpPr>
            <a:cxnSpLocks/>
          </p:cNvCxnSpPr>
          <p:nvPr/>
        </p:nvCxnSpPr>
        <p:spPr>
          <a:xfrm>
            <a:off x="2661314" y="2544494"/>
            <a:ext cx="212622" cy="30582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Graphic 11" descr="Female Profile outline">
            <a:extLst>
              <a:ext uri="{FF2B5EF4-FFF2-40B4-BE49-F238E27FC236}">
                <a16:creationId xmlns:a16="http://schemas.microsoft.com/office/drawing/2014/main" id="{24F6B2A4-00BD-0271-E0A0-637420D8E6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402299" y="2852323"/>
            <a:ext cx="515735" cy="515735"/>
          </a:xfrm>
          <a:prstGeom prst="rect">
            <a:avLst/>
          </a:prstGeom>
        </p:spPr>
      </p:pic>
      <p:pic>
        <p:nvPicPr>
          <p:cNvPr id="13" name="Graphic 12" descr="Male profile outline">
            <a:extLst>
              <a:ext uri="{FF2B5EF4-FFF2-40B4-BE49-F238E27FC236}">
                <a16:creationId xmlns:a16="http://schemas.microsoft.com/office/drawing/2014/main" id="{2427EAFE-D623-7D1C-CB20-2935A319E5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854324" y="2852323"/>
            <a:ext cx="515735" cy="515735"/>
          </a:xfrm>
          <a:prstGeom prst="rect">
            <a:avLst/>
          </a:prstGeom>
        </p:spPr>
      </p:pic>
      <p:pic>
        <p:nvPicPr>
          <p:cNvPr id="14" name="Graphic 13" descr="Medicine outline">
            <a:extLst>
              <a:ext uri="{FF2B5EF4-FFF2-40B4-BE49-F238E27FC236}">
                <a16:creationId xmlns:a16="http://schemas.microsoft.com/office/drawing/2014/main" id="{90BBF652-3163-D923-6486-FEA33189FE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85132" y="3059173"/>
            <a:ext cx="575780" cy="575780"/>
          </a:xfrm>
          <a:prstGeom prst="rect">
            <a:avLst/>
          </a:prstGeom>
        </p:spPr>
      </p:pic>
      <p:pic>
        <p:nvPicPr>
          <p:cNvPr id="15" name="Graphic 14" descr="Female Profile outline">
            <a:extLst>
              <a:ext uri="{FF2B5EF4-FFF2-40B4-BE49-F238E27FC236}">
                <a16:creationId xmlns:a16="http://schemas.microsoft.com/office/drawing/2014/main" id="{9C569330-C44E-3839-598A-81823B6BDD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402299" y="3347062"/>
            <a:ext cx="515735" cy="515735"/>
          </a:xfrm>
          <a:prstGeom prst="rect">
            <a:avLst/>
          </a:prstGeom>
        </p:spPr>
      </p:pic>
      <p:pic>
        <p:nvPicPr>
          <p:cNvPr id="16" name="Graphic 15" descr="Male profile outline">
            <a:extLst>
              <a:ext uri="{FF2B5EF4-FFF2-40B4-BE49-F238E27FC236}">
                <a16:creationId xmlns:a16="http://schemas.microsoft.com/office/drawing/2014/main" id="{1D8D5CA0-3A80-B706-9CDA-4976846AB8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854324" y="3347062"/>
            <a:ext cx="515735" cy="515735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DEEB7D60-7DCA-D1A2-DB1F-0A4ACFA34341}"/>
              </a:ext>
            </a:extLst>
          </p:cNvPr>
          <p:cNvSpPr/>
          <p:nvPr/>
        </p:nvSpPr>
        <p:spPr>
          <a:xfrm>
            <a:off x="3076170" y="2480604"/>
            <a:ext cx="357458" cy="484748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/>
            <a:r>
              <a:rPr lang="en-US" sz="2700" b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B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D5F4DF5-B21F-E471-B0F1-B86C8CCFF727}"/>
              </a:ext>
            </a:extLst>
          </p:cNvPr>
          <p:cNvSpPr/>
          <p:nvPr/>
        </p:nvSpPr>
        <p:spPr>
          <a:xfrm>
            <a:off x="544431" y="2457819"/>
            <a:ext cx="357458" cy="484748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/>
            <a:r>
              <a:rPr lang="en-US" sz="2700" b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02F80B2-3A46-8962-8234-B8553B8DB932}"/>
              </a:ext>
            </a:extLst>
          </p:cNvPr>
          <p:cNvGrpSpPr/>
          <p:nvPr/>
        </p:nvGrpSpPr>
        <p:grpSpPr>
          <a:xfrm>
            <a:off x="4881388" y="2975954"/>
            <a:ext cx="3529010" cy="256177"/>
            <a:chOff x="7165228" y="3533832"/>
            <a:chExt cx="4705347" cy="341569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EC7A319C-188A-AC35-34F6-4DE0458F52D0}"/>
                </a:ext>
              </a:extLst>
            </p:cNvPr>
            <p:cNvGrpSpPr/>
            <p:nvPr/>
          </p:nvGrpSpPr>
          <p:grpSpPr>
            <a:xfrm>
              <a:off x="7165228" y="3538851"/>
              <a:ext cx="1568450" cy="336550"/>
              <a:chOff x="6096000" y="3632200"/>
              <a:chExt cx="1568450" cy="336550"/>
            </a:xfrm>
          </p:grpSpPr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3FA34AD8-153B-A98A-49B6-3B4298B359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0" y="3800475"/>
                <a:ext cx="1568450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35EF754F-88CD-811F-D775-6E7E4A0843C2}"/>
                  </a:ext>
                </a:extLst>
              </p:cNvPr>
              <p:cNvCxnSpPr/>
              <p:nvPr/>
            </p:nvCxnSpPr>
            <p:spPr>
              <a:xfrm>
                <a:off x="6096000" y="3632200"/>
                <a:ext cx="0" cy="33655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0EC5695A-A011-6EA0-627C-268AC5A76430}"/>
                  </a:ext>
                </a:extLst>
              </p:cNvPr>
              <p:cNvCxnSpPr/>
              <p:nvPr/>
            </p:nvCxnSpPr>
            <p:spPr>
              <a:xfrm>
                <a:off x="7664450" y="3632200"/>
                <a:ext cx="0" cy="33655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9DCBE36-C895-D5A5-2A26-B22FB8FBF3EE}"/>
                </a:ext>
              </a:extLst>
            </p:cNvPr>
            <p:cNvGrpSpPr/>
            <p:nvPr/>
          </p:nvGrpSpPr>
          <p:grpSpPr>
            <a:xfrm>
              <a:off x="8733676" y="3533832"/>
              <a:ext cx="3136899" cy="340886"/>
              <a:chOff x="9232897" y="3622845"/>
              <a:chExt cx="3136899" cy="340886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F6F2CB7E-2D01-04BB-DFB1-F4CDA8E6B673}"/>
                  </a:ext>
                </a:extLst>
              </p:cNvPr>
              <p:cNvGrpSpPr/>
              <p:nvPr/>
            </p:nvGrpSpPr>
            <p:grpSpPr>
              <a:xfrm>
                <a:off x="9232897" y="3627181"/>
                <a:ext cx="1568450" cy="336550"/>
                <a:chOff x="6096000" y="3632200"/>
                <a:chExt cx="1568450" cy="336550"/>
              </a:xfrm>
            </p:grpSpPr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65A5FFFF-ABD7-1128-1F55-0A0BADE945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6000" y="3800475"/>
                  <a:ext cx="1568450" cy="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E5FF8DC0-E2D0-E195-B6EB-12F0AD83AD9F}"/>
                    </a:ext>
                  </a:extLst>
                </p:cNvPr>
                <p:cNvCxnSpPr/>
                <p:nvPr/>
              </p:nvCxnSpPr>
              <p:spPr>
                <a:xfrm>
                  <a:off x="6096000" y="3632200"/>
                  <a:ext cx="0" cy="33655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51D08F76-25D8-6448-5F94-A0034B7BC635}"/>
                    </a:ext>
                  </a:extLst>
                </p:cNvPr>
                <p:cNvCxnSpPr/>
                <p:nvPr/>
              </p:nvCxnSpPr>
              <p:spPr>
                <a:xfrm>
                  <a:off x="7664450" y="3632200"/>
                  <a:ext cx="0" cy="33655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388E5C09-A091-756D-F84F-7B7BC97BB01E}"/>
                  </a:ext>
                </a:extLst>
              </p:cNvPr>
              <p:cNvGrpSpPr/>
              <p:nvPr/>
            </p:nvGrpSpPr>
            <p:grpSpPr>
              <a:xfrm>
                <a:off x="10801346" y="3622845"/>
                <a:ext cx="1568450" cy="336550"/>
                <a:chOff x="6096000" y="3632200"/>
                <a:chExt cx="1568450" cy="336550"/>
              </a:xfrm>
            </p:grpSpPr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1077263-EBFF-AD10-2FF7-443974D086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6000" y="3800475"/>
                  <a:ext cx="1568450" cy="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6C2FE69B-44F6-60EC-832A-0212EF97777F}"/>
                    </a:ext>
                  </a:extLst>
                </p:cNvPr>
                <p:cNvCxnSpPr/>
                <p:nvPr/>
              </p:nvCxnSpPr>
              <p:spPr>
                <a:xfrm>
                  <a:off x="6096000" y="3632200"/>
                  <a:ext cx="0" cy="33655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9B783856-F84C-2626-62E0-DD5A714C268B}"/>
                    </a:ext>
                  </a:extLst>
                </p:cNvPr>
                <p:cNvCxnSpPr/>
                <p:nvPr/>
              </p:nvCxnSpPr>
              <p:spPr>
                <a:xfrm>
                  <a:off x="7664450" y="3632200"/>
                  <a:ext cx="0" cy="33655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61B1C808-6A8D-3EF1-CE3C-714FCA4C1449}"/>
              </a:ext>
            </a:extLst>
          </p:cNvPr>
          <p:cNvSpPr txBox="1"/>
          <p:nvPr/>
        </p:nvSpPr>
        <p:spPr>
          <a:xfrm>
            <a:off x="4622233" y="3320589"/>
            <a:ext cx="518303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dirty="0"/>
              <a:t>199</a:t>
            </a:r>
            <a:endParaRPr lang="en-NL" sz="135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4DA3836-9074-D4AA-EE36-42FDA87E724D}"/>
              </a:ext>
            </a:extLst>
          </p:cNvPr>
          <p:cNvSpPr txBox="1"/>
          <p:nvPr/>
        </p:nvSpPr>
        <p:spPr>
          <a:xfrm>
            <a:off x="5804935" y="3307270"/>
            <a:ext cx="518303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dirty="0"/>
              <a:t>200</a:t>
            </a:r>
            <a:endParaRPr lang="en-NL" sz="135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3D29D4D-D0C0-EA21-EEC4-1C7C7E2D0E95}"/>
              </a:ext>
            </a:extLst>
          </p:cNvPr>
          <p:cNvSpPr txBox="1"/>
          <p:nvPr/>
        </p:nvSpPr>
        <p:spPr>
          <a:xfrm>
            <a:off x="6971122" y="3320589"/>
            <a:ext cx="518303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dirty="0"/>
              <a:t>201</a:t>
            </a:r>
            <a:endParaRPr lang="en-NL" sz="1350" dirty="0"/>
          </a:p>
        </p:txBody>
      </p:sp>
      <p:pic>
        <p:nvPicPr>
          <p:cNvPr id="36" name="Graphic 35" descr="Male profile outline">
            <a:extLst>
              <a:ext uri="{FF2B5EF4-FFF2-40B4-BE49-F238E27FC236}">
                <a16:creationId xmlns:a16="http://schemas.microsoft.com/office/drawing/2014/main" id="{A5D2B324-350C-CFC8-7A5C-7221732FEF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30847" y="2086785"/>
            <a:ext cx="395084" cy="395084"/>
          </a:xfrm>
          <a:prstGeom prst="rect">
            <a:avLst/>
          </a:prstGeom>
        </p:spPr>
      </p:pic>
      <p:pic>
        <p:nvPicPr>
          <p:cNvPr id="38" name="Graphic 37" descr="Female Profile outline">
            <a:extLst>
              <a:ext uri="{FF2B5EF4-FFF2-40B4-BE49-F238E27FC236}">
                <a16:creationId xmlns:a16="http://schemas.microsoft.com/office/drawing/2014/main" id="{DC62603C-3627-0066-8188-164452AB86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21477" y="2086784"/>
            <a:ext cx="395084" cy="395084"/>
          </a:xfrm>
          <a:prstGeom prst="rect">
            <a:avLst/>
          </a:prstGeom>
        </p:spPr>
      </p:pic>
      <p:pic>
        <p:nvPicPr>
          <p:cNvPr id="39" name="Graphic 38" descr="Male profile outline">
            <a:extLst>
              <a:ext uri="{FF2B5EF4-FFF2-40B4-BE49-F238E27FC236}">
                <a16:creationId xmlns:a16="http://schemas.microsoft.com/office/drawing/2014/main" id="{88D4CDCD-7A31-6CD8-6007-14267070C5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21477" y="1703583"/>
            <a:ext cx="395084" cy="395084"/>
          </a:xfrm>
          <a:prstGeom prst="rect">
            <a:avLst/>
          </a:prstGeom>
        </p:spPr>
      </p:pic>
      <p:pic>
        <p:nvPicPr>
          <p:cNvPr id="40" name="Graphic 39" descr="Male profile outline">
            <a:extLst>
              <a:ext uri="{FF2B5EF4-FFF2-40B4-BE49-F238E27FC236}">
                <a16:creationId xmlns:a16="http://schemas.microsoft.com/office/drawing/2014/main" id="{F32596EE-E2F3-D0A9-C52C-8C0F6A3410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08125" y="2086785"/>
            <a:ext cx="395084" cy="395084"/>
          </a:xfrm>
          <a:prstGeom prst="rect">
            <a:avLst/>
          </a:prstGeom>
        </p:spPr>
      </p:pic>
      <p:pic>
        <p:nvPicPr>
          <p:cNvPr id="41" name="Graphic 40" descr="Male profile outline">
            <a:extLst>
              <a:ext uri="{FF2B5EF4-FFF2-40B4-BE49-F238E27FC236}">
                <a16:creationId xmlns:a16="http://schemas.microsoft.com/office/drawing/2014/main" id="{C5608DB9-40C3-8B99-64FA-A6FC5DF0F8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08128" y="1284223"/>
            <a:ext cx="395084" cy="395084"/>
          </a:xfrm>
          <a:prstGeom prst="rect">
            <a:avLst/>
          </a:prstGeom>
        </p:spPr>
      </p:pic>
      <p:pic>
        <p:nvPicPr>
          <p:cNvPr id="42" name="Graphic 41" descr="Male profile outline">
            <a:extLst>
              <a:ext uri="{FF2B5EF4-FFF2-40B4-BE49-F238E27FC236}">
                <a16:creationId xmlns:a16="http://schemas.microsoft.com/office/drawing/2014/main" id="{F407421C-F649-3663-C123-6AD994CA85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98755" y="2506145"/>
            <a:ext cx="395084" cy="395084"/>
          </a:xfrm>
          <a:prstGeom prst="rect">
            <a:avLst/>
          </a:prstGeom>
        </p:spPr>
      </p:pic>
      <p:pic>
        <p:nvPicPr>
          <p:cNvPr id="43" name="Graphic 42" descr="Male profile outline">
            <a:extLst>
              <a:ext uri="{FF2B5EF4-FFF2-40B4-BE49-F238E27FC236}">
                <a16:creationId xmlns:a16="http://schemas.microsoft.com/office/drawing/2014/main" id="{230BBF81-CA4C-51D3-ECF9-6219DED0E8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98755" y="1703583"/>
            <a:ext cx="395084" cy="395084"/>
          </a:xfrm>
          <a:prstGeom prst="rect">
            <a:avLst/>
          </a:prstGeom>
        </p:spPr>
      </p:pic>
      <p:pic>
        <p:nvPicPr>
          <p:cNvPr id="44" name="Graphic 43" descr="Female Profile outline">
            <a:extLst>
              <a:ext uri="{FF2B5EF4-FFF2-40B4-BE49-F238E27FC236}">
                <a16:creationId xmlns:a16="http://schemas.microsoft.com/office/drawing/2014/main" id="{DFC7A86C-3C9C-B7A5-843A-18FAE23889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55135" y="2506145"/>
            <a:ext cx="395084" cy="395084"/>
          </a:xfrm>
          <a:prstGeom prst="rect">
            <a:avLst/>
          </a:prstGeom>
        </p:spPr>
      </p:pic>
      <p:pic>
        <p:nvPicPr>
          <p:cNvPr id="45" name="Graphic 44" descr="Male profile outline">
            <a:extLst>
              <a:ext uri="{FF2B5EF4-FFF2-40B4-BE49-F238E27FC236}">
                <a16:creationId xmlns:a16="http://schemas.microsoft.com/office/drawing/2014/main" id="{E1CA084A-A14A-A59D-FEBF-443329D07E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55129" y="2086785"/>
            <a:ext cx="395084" cy="395084"/>
          </a:xfrm>
          <a:prstGeom prst="rect">
            <a:avLst/>
          </a:prstGeom>
        </p:spPr>
      </p:pic>
      <p:pic>
        <p:nvPicPr>
          <p:cNvPr id="46" name="Graphic 45" descr="Male profile outline">
            <a:extLst>
              <a:ext uri="{FF2B5EF4-FFF2-40B4-BE49-F238E27FC236}">
                <a16:creationId xmlns:a16="http://schemas.microsoft.com/office/drawing/2014/main" id="{E551F21A-C553-43F8-AF61-C284E5C893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55132" y="1284223"/>
            <a:ext cx="395084" cy="395084"/>
          </a:xfrm>
          <a:prstGeom prst="rect">
            <a:avLst/>
          </a:prstGeom>
        </p:spPr>
      </p:pic>
      <p:pic>
        <p:nvPicPr>
          <p:cNvPr id="47" name="Graphic 46" descr="Male profile outline">
            <a:extLst>
              <a:ext uri="{FF2B5EF4-FFF2-40B4-BE49-F238E27FC236}">
                <a16:creationId xmlns:a16="http://schemas.microsoft.com/office/drawing/2014/main" id="{073D4BD2-4E0C-DA11-1F24-263575384E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45759" y="2506145"/>
            <a:ext cx="395084" cy="395084"/>
          </a:xfrm>
          <a:prstGeom prst="rect">
            <a:avLst/>
          </a:prstGeom>
        </p:spPr>
      </p:pic>
      <p:pic>
        <p:nvPicPr>
          <p:cNvPr id="48" name="Graphic 47" descr="Female Profile outline">
            <a:extLst>
              <a:ext uri="{FF2B5EF4-FFF2-40B4-BE49-F238E27FC236}">
                <a16:creationId xmlns:a16="http://schemas.microsoft.com/office/drawing/2014/main" id="{C7E9C1A2-46EB-6D11-15D9-67431A6858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45759" y="2086784"/>
            <a:ext cx="395084" cy="395084"/>
          </a:xfrm>
          <a:prstGeom prst="rect">
            <a:avLst/>
          </a:prstGeom>
        </p:spPr>
      </p:pic>
      <p:pic>
        <p:nvPicPr>
          <p:cNvPr id="49" name="Graphic 48" descr="Male profile outline">
            <a:extLst>
              <a:ext uri="{FF2B5EF4-FFF2-40B4-BE49-F238E27FC236}">
                <a16:creationId xmlns:a16="http://schemas.microsoft.com/office/drawing/2014/main" id="{F1327001-606E-13B7-E421-413664E67D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45759" y="1703583"/>
            <a:ext cx="395084" cy="395084"/>
          </a:xfrm>
          <a:prstGeom prst="rect">
            <a:avLst/>
          </a:prstGeom>
        </p:spPr>
      </p:pic>
      <p:pic>
        <p:nvPicPr>
          <p:cNvPr id="50" name="Graphic 49" descr="Female Profile outline">
            <a:extLst>
              <a:ext uri="{FF2B5EF4-FFF2-40B4-BE49-F238E27FC236}">
                <a16:creationId xmlns:a16="http://schemas.microsoft.com/office/drawing/2014/main" id="{D0D92C09-8DB0-B94F-6B6C-CA9952BF66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45759" y="1284222"/>
            <a:ext cx="395084" cy="395084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85B329AE-6BE2-2AAE-6037-013FFC77E3CE}"/>
              </a:ext>
            </a:extLst>
          </p:cNvPr>
          <p:cNvSpPr txBox="1"/>
          <p:nvPr/>
        </p:nvSpPr>
        <p:spPr>
          <a:xfrm>
            <a:off x="8153950" y="3322205"/>
            <a:ext cx="518303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dirty="0"/>
              <a:t>202</a:t>
            </a:r>
            <a:endParaRPr lang="en-NL" sz="1350" dirty="0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D79331B-BCB8-C923-4E0C-03B81BF49A5C}"/>
              </a:ext>
            </a:extLst>
          </p:cNvPr>
          <p:cNvGrpSpPr/>
          <p:nvPr/>
        </p:nvGrpSpPr>
        <p:grpSpPr>
          <a:xfrm>
            <a:off x="4880036" y="2975954"/>
            <a:ext cx="3529010" cy="256177"/>
            <a:chOff x="7165228" y="3533832"/>
            <a:chExt cx="4705347" cy="341569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340EC765-F03A-D441-D2D9-7B323C823EDD}"/>
                </a:ext>
              </a:extLst>
            </p:cNvPr>
            <p:cNvGrpSpPr/>
            <p:nvPr/>
          </p:nvGrpSpPr>
          <p:grpSpPr>
            <a:xfrm>
              <a:off x="7165228" y="3538851"/>
              <a:ext cx="1568450" cy="336550"/>
              <a:chOff x="6096000" y="3632200"/>
              <a:chExt cx="1568450" cy="336550"/>
            </a:xfrm>
          </p:grpSpPr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0BB1B4D6-5EFE-4F83-C9C8-689BED2136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0" y="3800475"/>
                <a:ext cx="1568450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14BD837C-C607-7942-2F0D-004B12CFF2CD}"/>
                  </a:ext>
                </a:extLst>
              </p:cNvPr>
              <p:cNvCxnSpPr/>
              <p:nvPr/>
            </p:nvCxnSpPr>
            <p:spPr>
              <a:xfrm>
                <a:off x="6096000" y="3632200"/>
                <a:ext cx="0" cy="33655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5BCB1BFE-3C2F-E48C-6FD6-890B01A50B9E}"/>
                  </a:ext>
                </a:extLst>
              </p:cNvPr>
              <p:cNvCxnSpPr/>
              <p:nvPr/>
            </p:nvCxnSpPr>
            <p:spPr>
              <a:xfrm>
                <a:off x="7664450" y="3632200"/>
                <a:ext cx="0" cy="33655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EBD28527-5B77-32B7-54AC-2E01607ECF22}"/>
                </a:ext>
              </a:extLst>
            </p:cNvPr>
            <p:cNvGrpSpPr/>
            <p:nvPr/>
          </p:nvGrpSpPr>
          <p:grpSpPr>
            <a:xfrm>
              <a:off x="8733676" y="3533832"/>
              <a:ext cx="3136899" cy="340886"/>
              <a:chOff x="9232897" y="3622845"/>
              <a:chExt cx="3136899" cy="340886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52FB8CB6-EDA7-C5FC-6CE1-34BEB36C0291}"/>
                  </a:ext>
                </a:extLst>
              </p:cNvPr>
              <p:cNvGrpSpPr/>
              <p:nvPr/>
            </p:nvGrpSpPr>
            <p:grpSpPr>
              <a:xfrm>
                <a:off x="9232897" y="3627181"/>
                <a:ext cx="1568450" cy="336550"/>
                <a:chOff x="6096000" y="3632200"/>
                <a:chExt cx="1568450" cy="336550"/>
              </a:xfrm>
            </p:grpSpPr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3D869CF8-4422-F433-B7D8-7707FA1A56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6000" y="3800475"/>
                  <a:ext cx="1568450" cy="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A8241E27-6FB5-2B75-AD7E-E65BAE9D68BA}"/>
                    </a:ext>
                  </a:extLst>
                </p:cNvPr>
                <p:cNvCxnSpPr/>
                <p:nvPr/>
              </p:nvCxnSpPr>
              <p:spPr>
                <a:xfrm>
                  <a:off x="6096000" y="3632200"/>
                  <a:ext cx="0" cy="33655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F1D6787B-442C-FCC4-B1A4-5AC27C48F30D}"/>
                    </a:ext>
                  </a:extLst>
                </p:cNvPr>
                <p:cNvCxnSpPr/>
                <p:nvPr/>
              </p:nvCxnSpPr>
              <p:spPr>
                <a:xfrm>
                  <a:off x="7664450" y="3632200"/>
                  <a:ext cx="0" cy="33655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B14B423B-6A9F-A2E0-1CF7-C4BA6842B10E}"/>
                  </a:ext>
                </a:extLst>
              </p:cNvPr>
              <p:cNvGrpSpPr/>
              <p:nvPr/>
            </p:nvGrpSpPr>
            <p:grpSpPr>
              <a:xfrm>
                <a:off x="10801346" y="3622845"/>
                <a:ext cx="1568450" cy="336550"/>
                <a:chOff x="6096000" y="3632200"/>
                <a:chExt cx="1568450" cy="336550"/>
              </a:xfrm>
            </p:grpSpPr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612FFE33-1EFB-F704-4B57-9F7BB14B6A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6000" y="3800475"/>
                  <a:ext cx="1568450" cy="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F719B803-FCDB-7A84-876E-BE14AA5FB4E0}"/>
                    </a:ext>
                  </a:extLst>
                </p:cNvPr>
                <p:cNvCxnSpPr/>
                <p:nvPr/>
              </p:nvCxnSpPr>
              <p:spPr>
                <a:xfrm>
                  <a:off x="6096000" y="3632200"/>
                  <a:ext cx="0" cy="33655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5554B432-FD35-3B2A-DB2B-3B28ED42F68C}"/>
                    </a:ext>
                  </a:extLst>
                </p:cNvPr>
                <p:cNvCxnSpPr/>
                <p:nvPr/>
              </p:nvCxnSpPr>
              <p:spPr>
                <a:xfrm>
                  <a:off x="7664450" y="3632200"/>
                  <a:ext cx="0" cy="33655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8246C0DF-79CA-E947-9B2D-C70D355F86F6}"/>
              </a:ext>
            </a:extLst>
          </p:cNvPr>
          <p:cNvSpPr txBox="1"/>
          <p:nvPr/>
        </p:nvSpPr>
        <p:spPr>
          <a:xfrm>
            <a:off x="4620882" y="3320589"/>
            <a:ext cx="575780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dirty="0"/>
              <a:t>1990</a:t>
            </a:r>
            <a:endParaRPr lang="en-NL" sz="135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23B5E04-B97A-A03F-710A-817BFDAE5F4D}"/>
              </a:ext>
            </a:extLst>
          </p:cNvPr>
          <p:cNvSpPr txBox="1"/>
          <p:nvPr/>
        </p:nvSpPr>
        <p:spPr>
          <a:xfrm>
            <a:off x="5803583" y="3307270"/>
            <a:ext cx="575780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/>
              <a:t>2000</a:t>
            </a:r>
            <a:endParaRPr lang="en-NL" sz="135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E4A1659-5A31-C55F-33F6-E806AAB81057}"/>
              </a:ext>
            </a:extLst>
          </p:cNvPr>
          <p:cNvSpPr txBox="1"/>
          <p:nvPr/>
        </p:nvSpPr>
        <p:spPr>
          <a:xfrm>
            <a:off x="6969771" y="3320589"/>
            <a:ext cx="575780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dirty="0"/>
              <a:t>2010</a:t>
            </a:r>
            <a:endParaRPr lang="en-NL" sz="1350" dirty="0"/>
          </a:p>
        </p:txBody>
      </p:sp>
      <p:pic>
        <p:nvPicPr>
          <p:cNvPr id="69" name="Graphic 68" descr="Male profile outline">
            <a:extLst>
              <a:ext uri="{FF2B5EF4-FFF2-40B4-BE49-F238E27FC236}">
                <a16:creationId xmlns:a16="http://schemas.microsoft.com/office/drawing/2014/main" id="{6E79312F-9CC3-10D4-6DED-C8057F7D13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06773" y="2086785"/>
            <a:ext cx="395084" cy="395084"/>
          </a:xfrm>
          <a:prstGeom prst="rect">
            <a:avLst/>
          </a:prstGeom>
        </p:spPr>
      </p:pic>
      <p:pic>
        <p:nvPicPr>
          <p:cNvPr id="70" name="Graphic 69" descr="Male profile outline">
            <a:extLst>
              <a:ext uri="{FF2B5EF4-FFF2-40B4-BE49-F238E27FC236}">
                <a16:creationId xmlns:a16="http://schemas.microsoft.com/office/drawing/2014/main" id="{2750137E-FF97-BD1D-8691-76EBE5CB5A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97403" y="2506145"/>
            <a:ext cx="395084" cy="395084"/>
          </a:xfrm>
          <a:prstGeom prst="rect">
            <a:avLst/>
          </a:prstGeom>
        </p:spPr>
      </p:pic>
      <p:pic>
        <p:nvPicPr>
          <p:cNvPr id="71" name="Graphic 70" descr="Male profile outline">
            <a:extLst>
              <a:ext uri="{FF2B5EF4-FFF2-40B4-BE49-F238E27FC236}">
                <a16:creationId xmlns:a16="http://schemas.microsoft.com/office/drawing/2014/main" id="{5EC4EE73-880D-6A43-8F7B-943AE97760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29495" y="2086785"/>
            <a:ext cx="395084" cy="395084"/>
          </a:xfrm>
          <a:prstGeom prst="rect">
            <a:avLst/>
          </a:prstGeom>
        </p:spPr>
      </p:pic>
      <p:grpSp>
        <p:nvGrpSpPr>
          <p:cNvPr id="72" name="Group 71">
            <a:extLst>
              <a:ext uri="{FF2B5EF4-FFF2-40B4-BE49-F238E27FC236}">
                <a16:creationId xmlns:a16="http://schemas.microsoft.com/office/drawing/2014/main" id="{73F667D5-8799-055D-2486-0FB56EA5FA22}"/>
              </a:ext>
            </a:extLst>
          </p:cNvPr>
          <p:cNvGrpSpPr/>
          <p:nvPr/>
        </p:nvGrpSpPr>
        <p:grpSpPr>
          <a:xfrm>
            <a:off x="4683842" y="1284221"/>
            <a:ext cx="2666380" cy="1617008"/>
            <a:chOff x="6245122" y="1712295"/>
            <a:chExt cx="3555173" cy="2156010"/>
          </a:xfrm>
        </p:grpSpPr>
        <p:pic>
          <p:nvPicPr>
            <p:cNvPr id="73" name="Graphic 72" descr="Male profile outline">
              <a:extLst>
                <a:ext uri="{FF2B5EF4-FFF2-40B4-BE49-F238E27FC236}">
                  <a16:creationId xmlns:a16="http://schemas.microsoft.com/office/drawing/2014/main" id="{8838D160-28EB-49EA-DADB-89590DC6C85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765962" y="2271443"/>
              <a:ext cx="526779" cy="526779"/>
            </a:xfrm>
            <a:prstGeom prst="rect">
              <a:avLst/>
            </a:prstGeom>
          </p:spPr>
        </p:pic>
        <p:pic>
          <p:nvPicPr>
            <p:cNvPr id="74" name="Graphic 73" descr="Female Profile outline">
              <a:extLst>
                <a:ext uri="{FF2B5EF4-FFF2-40B4-BE49-F238E27FC236}">
                  <a16:creationId xmlns:a16="http://schemas.microsoft.com/office/drawing/2014/main" id="{F9ADEE31-4C62-3E8F-587B-177F9EBAC45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41135" y="3341526"/>
              <a:ext cx="526779" cy="526779"/>
            </a:xfrm>
            <a:prstGeom prst="rect">
              <a:avLst/>
            </a:prstGeom>
          </p:spPr>
        </p:pic>
        <p:pic>
          <p:nvPicPr>
            <p:cNvPr id="75" name="Graphic 74" descr="Male profile outline">
              <a:extLst>
                <a:ext uri="{FF2B5EF4-FFF2-40B4-BE49-F238E27FC236}">
                  <a16:creationId xmlns:a16="http://schemas.microsoft.com/office/drawing/2014/main" id="{B181B8B6-040C-47AE-321E-41B926CBD5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761968" y="3341526"/>
              <a:ext cx="526779" cy="526779"/>
            </a:xfrm>
            <a:prstGeom prst="rect">
              <a:avLst/>
            </a:prstGeom>
          </p:spPr>
        </p:pic>
        <p:pic>
          <p:nvPicPr>
            <p:cNvPr id="76" name="Graphic 75" descr="Female Profile outline">
              <a:extLst>
                <a:ext uri="{FF2B5EF4-FFF2-40B4-BE49-F238E27FC236}">
                  <a16:creationId xmlns:a16="http://schemas.microsoft.com/office/drawing/2014/main" id="{147B9B84-D1E1-3977-EE07-74A188608B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77510" y="2271443"/>
              <a:ext cx="526779" cy="526779"/>
            </a:xfrm>
            <a:prstGeom prst="rect">
              <a:avLst/>
            </a:prstGeom>
          </p:spPr>
        </p:pic>
        <p:pic>
          <p:nvPicPr>
            <p:cNvPr id="77" name="Graphic 76" descr="Female Profile outline">
              <a:extLst>
                <a:ext uri="{FF2B5EF4-FFF2-40B4-BE49-F238E27FC236}">
                  <a16:creationId xmlns:a16="http://schemas.microsoft.com/office/drawing/2014/main" id="{D51D3A59-459B-3F58-89DD-7544DE2F874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798339" y="2782378"/>
              <a:ext cx="526779" cy="526779"/>
            </a:xfrm>
            <a:prstGeom prst="rect">
              <a:avLst/>
            </a:prstGeom>
          </p:spPr>
        </p:pic>
        <p:pic>
          <p:nvPicPr>
            <p:cNvPr id="78" name="Graphic 77" descr="Female Profile outline">
              <a:extLst>
                <a:ext uri="{FF2B5EF4-FFF2-40B4-BE49-F238E27FC236}">
                  <a16:creationId xmlns:a16="http://schemas.microsoft.com/office/drawing/2014/main" id="{E1A5FF29-816A-1037-1408-DAA1E9FBC3B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798339" y="1712295"/>
              <a:ext cx="526779" cy="526779"/>
            </a:xfrm>
            <a:prstGeom prst="rect">
              <a:avLst/>
            </a:prstGeom>
          </p:spPr>
        </p:pic>
        <p:pic>
          <p:nvPicPr>
            <p:cNvPr id="79" name="Graphic 78" descr="Female Profile outline">
              <a:extLst>
                <a:ext uri="{FF2B5EF4-FFF2-40B4-BE49-F238E27FC236}">
                  <a16:creationId xmlns:a16="http://schemas.microsoft.com/office/drawing/2014/main" id="{BA7F00B1-99A0-1C58-73D1-802FFF3514B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273516" y="2271443"/>
              <a:ext cx="526779" cy="526779"/>
            </a:xfrm>
            <a:prstGeom prst="rect">
              <a:avLst/>
            </a:prstGeom>
          </p:spPr>
        </p:pic>
        <p:pic>
          <p:nvPicPr>
            <p:cNvPr id="80" name="Graphic 79" descr="Female Profile outline">
              <a:extLst>
                <a:ext uri="{FF2B5EF4-FFF2-40B4-BE49-F238E27FC236}">
                  <a16:creationId xmlns:a16="http://schemas.microsoft.com/office/drawing/2014/main" id="{1153FDAA-4D67-C447-A367-F33D4F0439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245129" y="3341526"/>
              <a:ext cx="526779" cy="526779"/>
            </a:xfrm>
            <a:prstGeom prst="rect">
              <a:avLst/>
            </a:prstGeom>
          </p:spPr>
        </p:pic>
        <p:pic>
          <p:nvPicPr>
            <p:cNvPr id="81" name="Graphic 80" descr="Male profile outline">
              <a:extLst>
                <a:ext uri="{FF2B5EF4-FFF2-40B4-BE49-F238E27FC236}">
                  <a16:creationId xmlns:a16="http://schemas.microsoft.com/office/drawing/2014/main" id="{7EF503CC-76ED-F5C0-EFEF-6C8519DCD5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245122" y="2782379"/>
              <a:ext cx="526779" cy="526779"/>
            </a:xfrm>
            <a:prstGeom prst="rect">
              <a:avLst/>
            </a:prstGeom>
          </p:spPr>
        </p:pic>
        <p:pic>
          <p:nvPicPr>
            <p:cNvPr id="82" name="Graphic 81" descr="Female Profile outline">
              <a:extLst>
                <a:ext uri="{FF2B5EF4-FFF2-40B4-BE49-F238E27FC236}">
                  <a16:creationId xmlns:a16="http://schemas.microsoft.com/office/drawing/2014/main" id="{ACCFA370-07C1-9D68-C756-CC80018D57B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245133" y="2271443"/>
              <a:ext cx="526779" cy="526779"/>
            </a:xfrm>
            <a:prstGeom prst="rect">
              <a:avLst/>
            </a:prstGeom>
          </p:spPr>
        </p:pic>
        <p:pic>
          <p:nvPicPr>
            <p:cNvPr id="83" name="Graphic 82" descr="Male profile outline">
              <a:extLst>
                <a:ext uri="{FF2B5EF4-FFF2-40B4-BE49-F238E27FC236}">
                  <a16:creationId xmlns:a16="http://schemas.microsoft.com/office/drawing/2014/main" id="{6BDBE2B8-7DB5-BE95-977B-7A79A9525B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245126" y="1712296"/>
              <a:ext cx="526779" cy="526779"/>
            </a:xfrm>
            <a:prstGeom prst="rect">
              <a:avLst/>
            </a:prstGeom>
          </p:spPr>
        </p:pic>
        <p:pic>
          <p:nvPicPr>
            <p:cNvPr id="84" name="Graphic 83" descr="Male profile outline">
              <a:extLst>
                <a:ext uri="{FF2B5EF4-FFF2-40B4-BE49-F238E27FC236}">
                  <a16:creationId xmlns:a16="http://schemas.microsoft.com/office/drawing/2014/main" id="{47C4C2AD-4115-9D41-9DB5-FFD4E3B743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765962" y="3341526"/>
              <a:ext cx="526779" cy="526779"/>
            </a:xfrm>
            <a:prstGeom prst="rect">
              <a:avLst/>
            </a:prstGeom>
          </p:spPr>
        </p:pic>
        <p:pic>
          <p:nvPicPr>
            <p:cNvPr id="85" name="Graphic 84" descr="Female Profile outline">
              <a:extLst>
                <a:ext uri="{FF2B5EF4-FFF2-40B4-BE49-F238E27FC236}">
                  <a16:creationId xmlns:a16="http://schemas.microsoft.com/office/drawing/2014/main" id="{692ADCDA-CD83-669E-CEAE-F26BB18D59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765962" y="2782378"/>
              <a:ext cx="526779" cy="526779"/>
            </a:xfrm>
            <a:prstGeom prst="rect">
              <a:avLst/>
            </a:prstGeom>
          </p:spPr>
        </p:pic>
        <p:pic>
          <p:nvPicPr>
            <p:cNvPr id="86" name="Graphic 85" descr="Female Profile outline">
              <a:extLst>
                <a:ext uri="{FF2B5EF4-FFF2-40B4-BE49-F238E27FC236}">
                  <a16:creationId xmlns:a16="http://schemas.microsoft.com/office/drawing/2014/main" id="{16ED0B2D-E8BC-E581-4C9E-6A2340F6CC5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765962" y="1712295"/>
              <a:ext cx="526779" cy="526779"/>
            </a:xfrm>
            <a:prstGeom prst="rect">
              <a:avLst/>
            </a:prstGeom>
          </p:spPr>
        </p:pic>
        <p:pic>
          <p:nvPicPr>
            <p:cNvPr id="87" name="Graphic 86" descr="Female Profile outline">
              <a:extLst>
                <a:ext uri="{FF2B5EF4-FFF2-40B4-BE49-F238E27FC236}">
                  <a16:creationId xmlns:a16="http://schemas.microsoft.com/office/drawing/2014/main" id="{0CA8BAAD-D8FA-BC3E-ECFC-998DA5BAD3D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41139" y="2271443"/>
              <a:ext cx="526779" cy="526779"/>
            </a:xfrm>
            <a:prstGeom prst="rect">
              <a:avLst/>
            </a:prstGeom>
          </p:spPr>
        </p:pic>
        <p:pic>
          <p:nvPicPr>
            <p:cNvPr id="88" name="Graphic 87" descr="Male profile outline">
              <a:extLst>
                <a:ext uri="{FF2B5EF4-FFF2-40B4-BE49-F238E27FC236}">
                  <a16:creationId xmlns:a16="http://schemas.microsoft.com/office/drawing/2014/main" id="{FA831CA8-533D-9CA2-B959-8C1DF6E9BE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241132" y="1712296"/>
              <a:ext cx="526779" cy="526779"/>
            </a:xfrm>
            <a:prstGeom prst="rect">
              <a:avLst/>
            </a:prstGeom>
          </p:spPr>
        </p:pic>
        <p:pic>
          <p:nvPicPr>
            <p:cNvPr id="89" name="Graphic 88" descr="Female Profile outline">
              <a:extLst>
                <a:ext uri="{FF2B5EF4-FFF2-40B4-BE49-F238E27FC236}">
                  <a16:creationId xmlns:a16="http://schemas.microsoft.com/office/drawing/2014/main" id="{F1064220-8AF8-1CC4-4F71-FAA8C82E23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761968" y="1712295"/>
              <a:ext cx="526779" cy="526779"/>
            </a:xfrm>
            <a:prstGeom prst="rect">
              <a:avLst/>
            </a:prstGeom>
          </p:spPr>
        </p:pic>
        <p:pic>
          <p:nvPicPr>
            <p:cNvPr id="90" name="Graphic 89" descr="Female Profile outline">
              <a:extLst>
                <a:ext uri="{FF2B5EF4-FFF2-40B4-BE49-F238E27FC236}">
                  <a16:creationId xmlns:a16="http://schemas.microsoft.com/office/drawing/2014/main" id="{35FFCD91-DD1D-08D8-EEEE-FE43609312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77506" y="3341526"/>
              <a:ext cx="526779" cy="526779"/>
            </a:xfrm>
            <a:prstGeom prst="rect">
              <a:avLst/>
            </a:prstGeom>
          </p:spPr>
        </p:pic>
        <p:pic>
          <p:nvPicPr>
            <p:cNvPr id="91" name="Graphic 90" descr="Female Profile outline">
              <a:extLst>
                <a:ext uri="{FF2B5EF4-FFF2-40B4-BE49-F238E27FC236}">
                  <a16:creationId xmlns:a16="http://schemas.microsoft.com/office/drawing/2014/main" id="{F3AD751A-4C1D-A25C-2282-A0CF4A160E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760166" y="2782378"/>
              <a:ext cx="526779" cy="526779"/>
            </a:xfrm>
            <a:prstGeom prst="rect">
              <a:avLst/>
            </a:prstGeom>
          </p:spPr>
        </p:pic>
      </p:grpSp>
      <p:pic>
        <p:nvPicPr>
          <p:cNvPr id="92" name="Graphic 91" descr="Male profile outline">
            <a:extLst>
              <a:ext uri="{FF2B5EF4-FFF2-40B4-BE49-F238E27FC236}">
                <a16:creationId xmlns:a16="http://schemas.microsoft.com/office/drawing/2014/main" id="{34384DBA-F39B-2CD1-1FEB-5D0A5A8488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06776" y="1284223"/>
            <a:ext cx="395084" cy="395084"/>
          </a:xfrm>
          <a:prstGeom prst="rect">
            <a:avLst/>
          </a:prstGeom>
        </p:spPr>
      </p:pic>
      <p:pic>
        <p:nvPicPr>
          <p:cNvPr id="93" name="Graphic 92" descr="Male profile outline">
            <a:extLst>
              <a:ext uri="{FF2B5EF4-FFF2-40B4-BE49-F238E27FC236}">
                <a16:creationId xmlns:a16="http://schemas.microsoft.com/office/drawing/2014/main" id="{D66FCAB5-7BAC-595A-D64F-1702EC681A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97403" y="1703583"/>
            <a:ext cx="395084" cy="395084"/>
          </a:xfrm>
          <a:prstGeom prst="rect">
            <a:avLst/>
          </a:prstGeom>
        </p:spPr>
      </p:pic>
      <p:pic>
        <p:nvPicPr>
          <p:cNvPr id="94" name="Graphic 93" descr="Female Profile outline">
            <a:extLst>
              <a:ext uri="{FF2B5EF4-FFF2-40B4-BE49-F238E27FC236}">
                <a16:creationId xmlns:a16="http://schemas.microsoft.com/office/drawing/2014/main" id="{9B4854B8-244B-7513-BA5D-1324A53D6E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53783" y="2506145"/>
            <a:ext cx="395084" cy="395084"/>
          </a:xfrm>
          <a:prstGeom prst="rect">
            <a:avLst/>
          </a:prstGeom>
        </p:spPr>
      </p:pic>
      <p:pic>
        <p:nvPicPr>
          <p:cNvPr id="95" name="Graphic 94" descr="Male profile outline">
            <a:extLst>
              <a:ext uri="{FF2B5EF4-FFF2-40B4-BE49-F238E27FC236}">
                <a16:creationId xmlns:a16="http://schemas.microsoft.com/office/drawing/2014/main" id="{1C706DC4-D732-E03D-2252-FECF8DFA95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53778" y="2086785"/>
            <a:ext cx="395084" cy="395084"/>
          </a:xfrm>
          <a:prstGeom prst="rect">
            <a:avLst/>
          </a:prstGeom>
        </p:spPr>
      </p:pic>
      <p:pic>
        <p:nvPicPr>
          <p:cNvPr id="96" name="Graphic 95" descr="Male profile outline">
            <a:extLst>
              <a:ext uri="{FF2B5EF4-FFF2-40B4-BE49-F238E27FC236}">
                <a16:creationId xmlns:a16="http://schemas.microsoft.com/office/drawing/2014/main" id="{240A7E81-E5B7-ACD2-67CE-9EF38CF1B6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53781" y="1284223"/>
            <a:ext cx="395084" cy="395084"/>
          </a:xfrm>
          <a:prstGeom prst="rect">
            <a:avLst/>
          </a:prstGeom>
        </p:spPr>
      </p:pic>
      <p:pic>
        <p:nvPicPr>
          <p:cNvPr id="97" name="Graphic 96" descr="Male profile outline">
            <a:extLst>
              <a:ext uri="{FF2B5EF4-FFF2-40B4-BE49-F238E27FC236}">
                <a16:creationId xmlns:a16="http://schemas.microsoft.com/office/drawing/2014/main" id="{49C0A0BD-E982-9BFC-C38F-64F7A736F7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44408" y="2506145"/>
            <a:ext cx="395084" cy="395084"/>
          </a:xfrm>
          <a:prstGeom prst="rect">
            <a:avLst/>
          </a:prstGeom>
        </p:spPr>
      </p:pic>
      <p:pic>
        <p:nvPicPr>
          <p:cNvPr id="98" name="Graphic 97" descr="Female Profile outline">
            <a:extLst>
              <a:ext uri="{FF2B5EF4-FFF2-40B4-BE49-F238E27FC236}">
                <a16:creationId xmlns:a16="http://schemas.microsoft.com/office/drawing/2014/main" id="{F1A3F88E-0971-09F1-B614-A14D24F5D3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44408" y="2086784"/>
            <a:ext cx="395084" cy="395084"/>
          </a:xfrm>
          <a:prstGeom prst="rect">
            <a:avLst/>
          </a:prstGeom>
        </p:spPr>
      </p:pic>
      <p:pic>
        <p:nvPicPr>
          <p:cNvPr id="99" name="Graphic 98" descr="Male profile outline">
            <a:extLst>
              <a:ext uri="{FF2B5EF4-FFF2-40B4-BE49-F238E27FC236}">
                <a16:creationId xmlns:a16="http://schemas.microsoft.com/office/drawing/2014/main" id="{FCFC2D8A-8EC2-BAE5-FF60-CFD4A515F6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44408" y="1703583"/>
            <a:ext cx="395084" cy="395084"/>
          </a:xfrm>
          <a:prstGeom prst="rect">
            <a:avLst/>
          </a:prstGeom>
        </p:spPr>
      </p:pic>
      <p:pic>
        <p:nvPicPr>
          <p:cNvPr id="100" name="Graphic 99" descr="Female Profile outline">
            <a:extLst>
              <a:ext uri="{FF2B5EF4-FFF2-40B4-BE49-F238E27FC236}">
                <a16:creationId xmlns:a16="http://schemas.microsoft.com/office/drawing/2014/main" id="{4551A95D-590D-4A87-0F70-557E799388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44408" y="1284222"/>
            <a:ext cx="395084" cy="395084"/>
          </a:xfrm>
          <a:prstGeom prst="rect">
            <a:avLst/>
          </a:prstGeom>
        </p:spPr>
      </p:pic>
      <p:sp>
        <p:nvSpPr>
          <p:cNvPr id="101" name="TextBox 100">
            <a:extLst>
              <a:ext uri="{FF2B5EF4-FFF2-40B4-BE49-F238E27FC236}">
                <a16:creationId xmlns:a16="http://schemas.microsoft.com/office/drawing/2014/main" id="{E77998FD-BE56-BC3B-1DAA-3A6F9BF89F63}"/>
              </a:ext>
            </a:extLst>
          </p:cNvPr>
          <p:cNvSpPr txBox="1"/>
          <p:nvPr/>
        </p:nvSpPr>
        <p:spPr>
          <a:xfrm>
            <a:off x="8152599" y="3322205"/>
            <a:ext cx="575780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dirty="0"/>
              <a:t>2020</a:t>
            </a:r>
            <a:endParaRPr lang="en-NL" sz="1350" dirty="0"/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356EB289-FEA1-B273-3F53-2E43723C2A8D}"/>
              </a:ext>
            </a:extLst>
          </p:cNvPr>
          <p:cNvGrpSpPr/>
          <p:nvPr/>
        </p:nvGrpSpPr>
        <p:grpSpPr>
          <a:xfrm>
            <a:off x="7739492" y="1304458"/>
            <a:ext cx="787066" cy="2947712"/>
            <a:chOff x="10319322" y="1739276"/>
            <a:chExt cx="1049421" cy="3930283"/>
          </a:xfrm>
        </p:grpSpPr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3A4917DE-017B-4CB9-28BE-30FB4EF23658}"/>
                </a:ext>
              </a:extLst>
            </p:cNvPr>
            <p:cNvCxnSpPr/>
            <p:nvPr/>
          </p:nvCxnSpPr>
          <p:spPr>
            <a:xfrm flipV="1">
              <a:off x="10645091" y="4351594"/>
              <a:ext cx="0" cy="550259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4" name="Graphic 103" descr="Medicine outline">
              <a:extLst>
                <a:ext uri="{FF2B5EF4-FFF2-40B4-BE49-F238E27FC236}">
                  <a16:creationId xmlns:a16="http://schemas.microsoft.com/office/drawing/2014/main" id="{C43B060E-4BA4-462A-CBF1-034D5C268C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321124" y="4901853"/>
              <a:ext cx="767706" cy="767706"/>
            </a:xfrm>
            <a:prstGeom prst="rect">
              <a:avLst/>
            </a:prstGeom>
          </p:spPr>
        </p:pic>
        <p:pic>
          <p:nvPicPr>
            <p:cNvPr id="105" name="Graphic 104" descr="Female Profile outline">
              <a:extLst>
                <a:ext uri="{FF2B5EF4-FFF2-40B4-BE49-F238E27FC236}">
                  <a16:creationId xmlns:a16="http://schemas.microsoft.com/office/drawing/2014/main" id="{5A3F5B94-C9B0-872F-0FF2-50AE814B411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0321131" y="3368507"/>
              <a:ext cx="526779" cy="526779"/>
            </a:xfrm>
            <a:prstGeom prst="rect">
              <a:avLst/>
            </a:prstGeom>
          </p:spPr>
        </p:pic>
        <p:pic>
          <p:nvPicPr>
            <p:cNvPr id="106" name="Graphic 105" descr="Male profile outline">
              <a:extLst>
                <a:ext uri="{FF2B5EF4-FFF2-40B4-BE49-F238E27FC236}">
                  <a16:creationId xmlns:a16="http://schemas.microsoft.com/office/drawing/2014/main" id="{4228EEC0-AEA9-7CC8-B4AB-5B047AD4A5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321124" y="2809360"/>
              <a:ext cx="526779" cy="526779"/>
            </a:xfrm>
            <a:prstGeom prst="rect">
              <a:avLst/>
            </a:prstGeom>
          </p:spPr>
        </p:pic>
        <p:pic>
          <p:nvPicPr>
            <p:cNvPr id="107" name="Graphic 106" descr="Female Profile outline">
              <a:extLst>
                <a:ext uri="{FF2B5EF4-FFF2-40B4-BE49-F238E27FC236}">
                  <a16:creationId xmlns:a16="http://schemas.microsoft.com/office/drawing/2014/main" id="{178DCA82-B2F7-0BCE-9878-17233A8A6EC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0321135" y="2298424"/>
              <a:ext cx="526779" cy="526779"/>
            </a:xfrm>
            <a:prstGeom prst="rect">
              <a:avLst/>
            </a:prstGeom>
          </p:spPr>
        </p:pic>
        <p:pic>
          <p:nvPicPr>
            <p:cNvPr id="108" name="Graphic 107" descr="Male profile outline">
              <a:extLst>
                <a:ext uri="{FF2B5EF4-FFF2-40B4-BE49-F238E27FC236}">
                  <a16:creationId xmlns:a16="http://schemas.microsoft.com/office/drawing/2014/main" id="{BAEB993D-242F-D7EF-47C4-4E177A6464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321128" y="1739277"/>
              <a:ext cx="526779" cy="526779"/>
            </a:xfrm>
            <a:prstGeom prst="rect">
              <a:avLst/>
            </a:prstGeom>
          </p:spPr>
        </p:pic>
        <p:pic>
          <p:nvPicPr>
            <p:cNvPr id="109" name="Graphic 108" descr="Male profile outline">
              <a:extLst>
                <a:ext uri="{FF2B5EF4-FFF2-40B4-BE49-F238E27FC236}">
                  <a16:creationId xmlns:a16="http://schemas.microsoft.com/office/drawing/2014/main" id="{B1A9F552-5501-39BA-B9FC-9EDE588E31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841964" y="3368507"/>
              <a:ext cx="526779" cy="526779"/>
            </a:xfrm>
            <a:prstGeom prst="rect">
              <a:avLst/>
            </a:prstGeom>
          </p:spPr>
        </p:pic>
        <p:pic>
          <p:nvPicPr>
            <p:cNvPr id="110" name="Graphic 109" descr="Female Profile outline">
              <a:extLst>
                <a:ext uri="{FF2B5EF4-FFF2-40B4-BE49-F238E27FC236}">
                  <a16:creationId xmlns:a16="http://schemas.microsoft.com/office/drawing/2014/main" id="{0E8D13E2-C6EB-4E33-2456-EFDE417C89F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0841964" y="2809359"/>
              <a:ext cx="526779" cy="526779"/>
            </a:xfrm>
            <a:prstGeom prst="rect">
              <a:avLst/>
            </a:prstGeom>
          </p:spPr>
        </p:pic>
        <p:pic>
          <p:nvPicPr>
            <p:cNvPr id="111" name="Graphic 110" descr="Male profile outline">
              <a:extLst>
                <a:ext uri="{FF2B5EF4-FFF2-40B4-BE49-F238E27FC236}">
                  <a16:creationId xmlns:a16="http://schemas.microsoft.com/office/drawing/2014/main" id="{C93C5183-5FA4-80F3-D82B-399B52F8B7B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841964" y="2298424"/>
              <a:ext cx="526779" cy="526779"/>
            </a:xfrm>
            <a:prstGeom prst="rect">
              <a:avLst/>
            </a:prstGeom>
          </p:spPr>
        </p:pic>
        <p:pic>
          <p:nvPicPr>
            <p:cNvPr id="112" name="Graphic 111" descr="Female Profile outline">
              <a:extLst>
                <a:ext uri="{FF2B5EF4-FFF2-40B4-BE49-F238E27FC236}">
                  <a16:creationId xmlns:a16="http://schemas.microsoft.com/office/drawing/2014/main" id="{7560880D-DD4F-615F-7F34-BA15AAD1DC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0841964" y="1739276"/>
              <a:ext cx="526779" cy="526779"/>
            </a:xfrm>
            <a:prstGeom prst="rect">
              <a:avLst/>
            </a:prstGeom>
          </p:spPr>
        </p:pic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0554D5C3-E204-F59B-5052-DDC60D28624C}"/>
                </a:ext>
              </a:extLst>
            </p:cNvPr>
            <p:cNvCxnSpPr/>
            <p:nvPr/>
          </p:nvCxnSpPr>
          <p:spPr>
            <a:xfrm flipV="1">
              <a:off x="10643289" y="4351594"/>
              <a:ext cx="0" cy="550259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14" name="Graphic 113" descr="Medicine outline">
              <a:extLst>
                <a:ext uri="{FF2B5EF4-FFF2-40B4-BE49-F238E27FC236}">
                  <a16:creationId xmlns:a16="http://schemas.microsoft.com/office/drawing/2014/main" id="{87B42F6B-0E15-1CF6-5BAC-12F1F571341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319322" y="4901853"/>
              <a:ext cx="767706" cy="767706"/>
            </a:xfrm>
            <a:prstGeom prst="rect">
              <a:avLst/>
            </a:prstGeom>
          </p:spPr>
        </p:pic>
        <p:pic>
          <p:nvPicPr>
            <p:cNvPr id="115" name="Graphic 114" descr="Female Profile outline">
              <a:extLst>
                <a:ext uri="{FF2B5EF4-FFF2-40B4-BE49-F238E27FC236}">
                  <a16:creationId xmlns:a16="http://schemas.microsoft.com/office/drawing/2014/main" id="{B03EB050-525B-91C9-C2DA-C9210F998E9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0319329" y="3368507"/>
              <a:ext cx="526779" cy="526779"/>
            </a:xfrm>
            <a:prstGeom prst="rect">
              <a:avLst/>
            </a:prstGeom>
          </p:spPr>
        </p:pic>
        <p:pic>
          <p:nvPicPr>
            <p:cNvPr id="116" name="Graphic 115" descr="Male profile outline">
              <a:extLst>
                <a:ext uri="{FF2B5EF4-FFF2-40B4-BE49-F238E27FC236}">
                  <a16:creationId xmlns:a16="http://schemas.microsoft.com/office/drawing/2014/main" id="{D4B51399-1A9B-7210-6129-CEBCC92119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319322" y="2809360"/>
              <a:ext cx="526779" cy="526779"/>
            </a:xfrm>
            <a:prstGeom prst="rect">
              <a:avLst/>
            </a:prstGeom>
          </p:spPr>
        </p:pic>
        <p:pic>
          <p:nvPicPr>
            <p:cNvPr id="117" name="Graphic 116" descr="Female Profile outline">
              <a:extLst>
                <a:ext uri="{FF2B5EF4-FFF2-40B4-BE49-F238E27FC236}">
                  <a16:creationId xmlns:a16="http://schemas.microsoft.com/office/drawing/2014/main" id="{87DC3F1F-0762-123B-09DA-8FD434B78BF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0319333" y="2298424"/>
              <a:ext cx="526779" cy="526779"/>
            </a:xfrm>
            <a:prstGeom prst="rect">
              <a:avLst/>
            </a:prstGeom>
          </p:spPr>
        </p:pic>
        <p:pic>
          <p:nvPicPr>
            <p:cNvPr id="118" name="Graphic 117" descr="Male profile outline">
              <a:extLst>
                <a:ext uri="{FF2B5EF4-FFF2-40B4-BE49-F238E27FC236}">
                  <a16:creationId xmlns:a16="http://schemas.microsoft.com/office/drawing/2014/main" id="{12C7B46D-EA5A-5FC4-B4FA-DA47A0D88D6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319326" y="1739277"/>
              <a:ext cx="526779" cy="526779"/>
            </a:xfrm>
            <a:prstGeom prst="rect">
              <a:avLst/>
            </a:prstGeom>
          </p:spPr>
        </p:pic>
        <p:pic>
          <p:nvPicPr>
            <p:cNvPr id="119" name="Graphic 118" descr="Male profile outline">
              <a:extLst>
                <a:ext uri="{FF2B5EF4-FFF2-40B4-BE49-F238E27FC236}">
                  <a16:creationId xmlns:a16="http://schemas.microsoft.com/office/drawing/2014/main" id="{013BE0F3-E87C-B05B-40B0-7951976667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840162" y="3368507"/>
              <a:ext cx="526779" cy="526779"/>
            </a:xfrm>
            <a:prstGeom prst="rect">
              <a:avLst/>
            </a:prstGeom>
          </p:spPr>
        </p:pic>
        <p:pic>
          <p:nvPicPr>
            <p:cNvPr id="120" name="Graphic 119" descr="Female Profile outline">
              <a:extLst>
                <a:ext uri="{FF2B5EF4-FFF2-40B4-BE49-F238E27FC236}">
                  <a16:creationId xmlns:a16="http://schemas.microsoft.com/office/drawing/2014/main" id="{1B09BAB7-F550-F337-9D91-C29BC2C7698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0840162" y="2809359"/>
              <a:ext cx="526779" cy="526779"/>
            </a:xfrm>
            <a:prstGeom prst="rect">
              <a:avLst/>
            </a:prstGeom>
          </p:spPr>
        </p:pic>
        <p:pic>
          <p:nvPicPr>
            <p:cNvPr id="121" name="Graphic 120" descr="Male profile outline">
              <a:extLst>
                <a:ext uri="{FF2B5EF4-FFF2-40B4-BE49-F238E27FC236}">
                  <a16:creationId xmlns:a16="http://schemas.microsoft.com/office/drawing/2014/main" id="{725BFFD7-67D8-4500-CEA7-BBA4457BFA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840162" y="2298424"/>
              <a:ext cx="526779" cy="526779"/>
            </a:xfrm>
            <a:prstGeom prst="rect">
              <a:avLst/>
            </a:prstGeom>
          </p:spPr>
        </p:pic>
        <p:pic>
          <p:nvPicPr>
            <p:cNvPr id="122" name="Graphic 121" descr="Female Profile outline">
              <a:extLst>
                <a:ext uri="{FF2B5EF4-FFF2-40B4-BE49-F238E27FC236}">
                  <a16:creationId xmlns:a16="http://schemas.microsoft.com/office/drawing/2014/main" id="{FFC39E7E-FCD7-5406-BE24-FB335386B6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0840162" y="1739276"/>
              <a:ext cx="526779" cy="526779"/>
            </a:xfrm>
            <a:prstGeom prst="rect">
              <a:avLst/>
            </a:prstGeom>
          </p:spPr>
        </p:pic>
      </p:grpSp>
      <p:sp>
        <p:nvSpPr>
          <p:cNvPr id="123" name="Title 1">
            <a:extLst>
              <a:ext uri="{FF2B5EF4-FFF2-40B4-BE49-F238E27FC236}">
                <a16:creationId xmlns:a16="http://schemas.microsoft.com/office/drawing/2014/main" id="{A4486DA0-DB80-54C5-92C3-CDC3985C0318}"/>
              </a:ext>
            </a:extLst>
          </p:cNvPr>
          <p:cNvSpPr txBox="1">
            <a:spLocks/>
          </p:cNvSpPr>
          <p:nvPr/>
        </p:nvSpPr>
        <p:spPr>
          <a:xfrm>
            <a:off x="167054" y="173541"/>
            <a:ext cx="2909113" cy="637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b="1" dirty="0" err="1"/>
              <a:t>Introduction</a:t>
            </a:r>
            <a:endParaRPr lang="en-NL" b="1" dirty="0"/>
          </a:p>
        </p:txBody>
      </p:sp>
      <p:sp>
        <p:nvSpPr>
          <p:cNvPr id="124" name="Slide Number Placeholder 123">
            <a:extLst>
              <a:ext uri="{FF2B5EF4-FFF2-40B4-BE49-F238E27FC236}">
                <a16:creationId xmlns:a16="http://schemas.microsoft.com/office/drawing/2014/main" id="{C7AD5AAE-ED63-FA9E-2324-38E3C6D96A8F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</a:pPr>
            <a:fld id="{6B729233-A4E5-4286-907E-3ABE909BBBEB}" type="slidenum">
              <a:rPr lang="nl-NL" sz="1000" b="0" u="none" strike="noStrike" smtClean="0">
                <a:solidFill>
                  <a:srgbClr val="003741"/>
                </a:solidFill>
                <a:effectLst/>
                <a:uFillTx/>
                <a:latin typeface="Trebuchet MS Standaard"/>
              </a:rPr>
              <a:t>6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813598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6C546-3010-65CE-1299-94DC9AADE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Inpatient outline">
            <a:extLst>
              <a:ext uri="{FF2B5EF4-FFF2-40B4-BE49-F238E27FC236}">
                <a16:creationId xmlns:a16="http://schemas.microsoft.com/office/drawing/2014/main" id="{136DCD5E-3D90-7AAA-88E0-7B5A0555A2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69601" y="968003"/>
            <a:ext cx="575780" cy="575780"/>
          </a:xfrm>
          <a:prstGeom prst="rect">
            <a:avLst/>
          </a:prstGeom>
        </p:spPr>
      </p:pic>
      <p:pic>
        <p:nvPicPr>
          <p:cNvPr id="3" name="Graphic 2" descr="Medicine outline">
            <a:extLst>
              <a:ext uri="{FF2B5EF4-FFF2-40B4-BE49-F238E27FC236}">
                <a16:creationId xmlns:a16="http://schemas.microsoft.com/office/drawing/2014/main" id="{D9F04B92-0D55-FE2E-FFA5-3F96438F6F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2692" y="968003"/>
            <a:ext cx="575780" cy="575780"/>
          </a:xfrm>
          <a:prstGeom prst="rect">
            <a:avLst/>
          </a:prstGeom>
        </p:spPr>
      </p:pic>
      <p:pic>
        <p:nvPicPr>
          <p:cNvPr id="4" name="Graphic 3" descr="Female Profile outline">
            <a:extLst>
              <a:ext uri="{FF2B5EF4-FFF2-40B4-BE49-F238E27FC236}">
                <a16:creationId xmlns:a16="http://schemas.microsoft.com/office/drawing/2014/main" id="{C2FB2A87-84B7-B2BF-504A-895914C863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3465" y="1846859"/>
            <a:ext cx="515735" cy="515735"/>
          </a:xfrm>
          <a:prstGeom prst="rect">
            <a:avLst/>
          </a:prstGeom>
        </p:spPr>
      </p:pic>
      <p:pic>
        <p:nvPicPr>
          <p:cNvPr id="5" name="Graphic 4" descr="Male profile outline">
            <a:extLst>
              <a:ext uri="{FF2B5EF4-FFF2-40B4-BE49-F238E27FC236}">
                <a16:creationId xmlns:a16="http://schemas.microsoft.com/office/drawing/2014/main" id="{8C6EDEFA-AA64-B32B-D897-FEEEDF5F1C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03841" y="2026749"/>
            <a:ext cx="515735" cy="515735"/>
          </a:xfrm>
          <a:prstGeom prst="rect">
            <a:avLst/>
          </a:prstGeom>
        </p:spPr>
      </p:pic>
      <p:pic>
        <p:nvPicPr>
          <p:cNvPr id="6" name="Graphic 5" descr="Female Profile outline">
            <a:extLst>
              <a:ext uri="{FF2B5EF4-FFF2-40B4-BE49-F238E27FC236}">
                <a16:creationId xmlns:a16="http://schemas.microsoft.com/office/drawing/2014/main" id="{AA81CC3B-BEED-B2AD-7B74-7D4DCB08D9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61571" y="2026749"/>
            <a:ext cx="515735" cy="515735"/>
          </a:xfrm>
          <a:prstGeom prst="rect">
            <a:avLst/>
          </a:prstGeom>
        </p:spPr>
      </p:pic>
      <p:pic>
        <p:nvPicPr>
          <p:cNvPr id="7" name="Graphic 6" descr="Male profile outline">
            <a:extLst>
              <a:ext uri="{FF2B5EF4-FFF2-40B4-BE49-F238E27FC236}">
                <a16:creationId xmlns:a16="http://schemas.microsoft.com/office/drawing/2014/main" id="{04B37FE2-0340-7DEF-18F1-9878B2DD79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30081" y="1846859"/>
            <a:ext cx="515735" cy="515735"/>
          </a:xfrm>
          <a:prstGeom prst="rect">
            <a:avLst/>
          </a:prstGeom>
        </p:spPr>
      </p:pic>
      <p:pic>
        <p:nvPicPr>
          <p:cNvPr id="8" name="Graphic 7" descr="Medicine outline">
            <a:extLst>
              <a:ext uri="{FF2B5EF4-FFF2-40B4-BE49-F238E27FC236}">
                <a16:creationId xmlns:a16="http://schemas.microsoft.com/office/drawing/2014/main" id="{E54883F6-B7E7-AE30-5E18-9D183B1D9E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34793" y="3061358"/>
            <a:ext cx="575780" cy="57578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DBB2160-B926-BF44-0D7F-E0E404C6458B}"/>
              </a:ext>
            </a:extLst>
          </p:cNvPr>
          <p:cNvCxnSpPr/>
          <p:nvPr/>
        </p:nvCxnSpPr>
        <p:spPr>
          <a:xfrm>
            <a:off x="1833546" y="1509388"/>
            <a:ext cx="0" cy="40429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FDE2FD2-467D-3D03-550E-69CFD5B9F5CE}"/>
              </a:ext>
            </a:extLst>
          </p:cNvPr>
          <p:cNvCxnSpPr>
            <a:cxnSpLocks/>
          </p:cNvCxnSpPr>
          <p:nvPr/>
        </p:nvCxnSpPr>
        <p:spPr>
          <a:xfrm flipH="1">
            <a:off x="1112670" y="2531301"/>
            <a:ext cx="189793" cy="29596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22B6CE1-C2E5-5493-C267-7297786A3D8B}"/>
              </a:ext>
            </a:extLst>
          </p:cNvPr>
          <p:cNvCxnSpPr>
            <a:cxnSpLocks/>
          </p:cNvCxnSpPr>
          <p:nvPr/>
        </p:nvCxnSpPr>
        <p:spPr>
          <a:xfrm>
            <a:off x="2661314" y="2544494"/>
            <a:ext cx="212622" cy="30582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Graphic 11" descr="Female Profile outline">
            <a:extLst>
              <a:ext uri="{FF2B5EF4-FFF2-40B4-BE49-F238E27FC236}">
                <a16:creationId xmlns:a16="http://schemas.microsoft.com/office/drawing/2014/main" id="{93DBA8FB-7762-8947-9A02-ED3C72FC73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402299" y="2852323"/>
            <a:ext cx="515735" cy="515735"/>
          </a:xfrm>
          <a:prstGeom prst="rect">
            <a:avLst/>
          </a:prstGeom>
        </p:spPr>
      </p:pic>
      <p:pic>
        <p:nvPicPr>
          <p:cNvPr id="13" name="Graphic 12" descr="Male profile outline">
            <a:extLst>
              <a:ext uri="{FF2B5EF4-FFF2-40B4-BE49-F238E27FC236}">
                <a16:creationId xmlns:a16="http://schemas.microsoft.com/office/drawing/2014/main" id="{04E0B021-CD79-2687-2C6D-EB63B97CD2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854324" y="2852323"/>
            <a:ext cx="515735" cy="515735"/>
          </a:xfrm>
          <a:prstGeom prst="rect">
            <a:avLst/>
          </a:prstGeom>
        </p:spPr>
      </p:pic>
      <p:pic>
        <p:nvPicPr>
          <p:cNvPr id="14" name="Graphic 13" descr="Medicine outline">
            <a:extLst>
              <a:ext uri="{FF2B5EF4-FFF2-40B4-BE49-F238E27FC236}">
                <a16:creationId xmlns:a16="http://schemas.microsoft.com/office/drawing/2014/main" id="{A4BA5477-A180-1ABE-A62C-159CD7B155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85132" y="3059173"/>
            <a:ext cx="575780" cy="575780"/>
          </a:xfrm>
          <a:prstGeom prst="rect">
            <a:avLst/>
          </a:prstGeom>
        </p:spPr>
      </p:pic>
      <p:pic>
        <p:nvPicPr>
          <p:cNvPr id="15" name="Graphic 14" descr="Female Profile outline">
            <a:extLst>
              <a:ext uri="{FF2B5EF4-FFF2-40B4-BE49-F238E27FC236}">
                <a16:creationId xmlns:a16="http://schemas.microsoft.com/office/drawing/2014/main" id="{C75531EE-0EC6-0660-829F-DE2A7C9DFA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402299" y="3347062"/>
            <a:ext cx="515735" cy="515735"/>
          </a:xfrm>
          <a:prstGeom prst="rect">
            <a:avLst/>
          </a:prstGeom>
        </p:spPr>
      </p:pic>
      <p:pic>
        <p:nvPicPr>
          <p:cNvPr id="16" name="Graphic 15" descr="Male profile outline">
            <a:extLst>
              <a:ext uri="{FF2B5EF4-FFF2-40B4-BE49-F238E27FC236}">
                <a16:creationId xmlns:a16="http://schemas.microsoft.com/office/drawing/2014/main" id="{046FFDDB-FF73-97C7-8F42-12753CACF3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854324" y="3347062"/>
            <a:ext cx="515735" cy="515735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95D3F226-2CFD-4CFA-97B0-A22DD60BB235}"/>
              </a:ext>
            </a:extLst>
          </p:cNvPr>
          <p:cNvSpPr/>
          <p:nvPr/>
        </p:nvSpPr>
        <p:spPr>
          <a:xfrm>
            <a:off x="3076170" y="2480604"/>
            <a:ext cx="357458" cy="484748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/>
            <a:r>
              <a:rPr lang="en-US" sz="2700" b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B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21D45EA-F5AE-FA80-29A4-D0CC2CC823E3}"/>
              </a:ext>
            </a:extLst>
          </p:cNvPr>
          <p:cNvSpPr/>
          <p:nvPr/>
        </p:nvSpPr>
        <p:spPr>
          <a:xfrm>
            <a:off x="544431" y="2457819"/>
            <a:ext cx="357458" cy="484748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/>
            <a:r>
              <a:rPr lang="en-US" sz="2700" b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67B6E4B-9682-C622-7318-68862D3D5ABB}"/>
              </a:ext>
            </a:extLst>
          </p:cNvPr>
          <p:cNvGrpSpPr/>
          <p:nvPr/>
        </p:nvGrpSpPr>
        <p:grpSpPr>
          <a:xfrm>
            <a:off x="4881388" y="2975954"/>
            <a:ext cx="3529010" cy="256177"/>
            <a:chOff x="7165228" y="3533832"/>
            <a:chExt cx="4705347" cy="341569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E69865-6228-0193-973C-33E9B9F9898D}"/>
                </a:ext>
              </a:extLst>
            </p:cNvPr>
            <p:cNvGrpSpPr/>
            <p:nvPr/>
          </p:nvGrpSpPr>
          <p:grpSpPr>
            <a:xfrm>
              <a:off x="7165228" y="3538851"/>
              <a:ext cx="1568450" cy="336550"/>
              <a:chOff x="6096000" y="3632200"/>
              <a:chExt cx="1568450" cy="336550"/>
            </a:xfrm>
          </p:grpSpPr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044F09D-37B8-3DA1-7863-08196DCB2C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0" y="3800475"/>
                <a:ext cx="1568450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9FAF5358-1325-7BBB-CC4D-23D5C16277C8}"/>
                  </a:ext>
                </a:extLst>
              </p:cNvPr>
              <p:cNvCxnSpPr/>
              <p:nvPr/>
            </p:nvCxnSpPr>
            <p:spPr>
              <a:xfrm>
                <a:off x="6096000" y="3632200"/>
                <a:ext cx="0" cy="33655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B27A1604-BA11-441B-22D1-0459EC9B80B8}"/>
                  </a:ext>
                </a:extLst>
              </p:cNvPr>
              <p:cNvCxnSpPr/>
              <p:nvPr/>
            </p:nvCxnSpPr>
            <p:spPr>
              <a:xfrm>
                <a:off x="7664450" y="3632200"/>
                <a:ext cx="0" cy="33655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141B0993-2F26-7752-122F-062435B5FD3A}"/>
                </a:ext>
              </a:extLst>
            </p:cNvPr>
            <p:cNvGrpSpPr/>
            <p:nvPr/>
          </p:nvGrpSpPr>
          <p:grpSpPr>
            <a:xfrm>
              <a:off x="8733676" y="3533832"/>
              <a:ext cx="3136899" cy="340886"/>
              <a:chOff x="9232897" y="3622845"/>
              <a:chExt cx="3136899" cy="340886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09D2DAF2-4AB3-8E8A-0DED-D88CFEFD6EE6}"/>
                  </a:ext>
                </a:extLst>
              </p:cNvPr>
              <p:cNvGrpSpPr/>
              <p:nvPr/>
            </p:nvGrpSpPr>
            <p:grpSpPr>
              <a:xfrm>
                <a:off x="9232897" y="3627181"/>
                <a:ext cx="1568450" cy="336550"/>
                <a:chOff x="6096000" y="3632200"/>
                <a:chExt cx="1568450" cy="336550"/>
              </a:xfrm>
            </p:grpSpPr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A526BF07-501C-9791-3A39-ADE4FF9D19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6000" y="3800475"/>
                  <a:ext cx="1568450" cy="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4BF737B7-E6FE-89F9-2548-4470E612927C}"/>
                    </a:ext>
                  </a:extLst>
                </p:cNvPr>
                <p:cNvCxnSpPr/>
                <p:nvPr/>
              </p:nvCxnSpPr>
              <p:spPr>
                <a:xfrm>
                  <a:off x="6096000" y="3632200"/>
                  <a:ext cx="0" cy="33655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7C907655-FD52-6AD0-E604-60C7D559E00B}"/>
                    </a:ext>
                  </a:extLst>
                </p:cNvPr>
                <p:cNvCxnSpPr/>
                <p:nvPr/>
              </p:nvCxnSpPr>
              <p:spPr>
                <a:xfrm>
                  <a:off x="7664450" y="3632200"/>
                  <a:ext cx="0" cy="33655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2AC792AA-D11A-6997-BB93-27B29D772F08}"/>
                  </a:ext>
                </a:extLst>
              </p:cNvPr>
              <p:cNvGrpSpPr/>
              <p:nvPr/>
            </p:nvGrpSpPr>
            <p:grpSpPr>
              <a:xfrm>
                <a:off x="10801346" y="3622845"/>
                <a:ext cx="1568450" cy="336550"/>
                <a:chOff x="6096000" y="3632200"/>
                <a:chExt cx="1568450" cy="336550"/>
              </a:xfrm>
            </p:grpSpPr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54ADAF9-024C-6048-A549-77A78121B0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6000" y="3800475"/>
                  <a:ext cx="1568450" cy="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EFF1B35E-05B8-A54B-B351-15990C45674D}"/>
                    </a:ext>
                  </a:extLst>
                </p:cNvPr>
                <p:cNvCxnSpPr/>
                <p:nvPr/>
              </p:nvCxnSpPr>
              <p:spPr>
                <a:xfrm>
                  <a:off x="6096000" y="3632200"/>
                  <a:ext cx="0" cy="33655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464A29E1-0E7C-CAA0-0235-25B7137F2558}"/>
                    </a:ext>
                  </a:extLst>
                </p:cNvPr>
                <p:cNvCxnSpPr/>
                <p:nvPr/>
              </p:nvCxnSpPr>
              <p:spPr>
                <a:xfrm>
                  <a:off x="7664450" y="3632200"/>
                  <a:ext cx="0" cy="33655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C0CA82E0-F7DD-6D29-B695-17323A9E608B}"/>
              </a:ext>
            </a:extLst>
          </p:cNvPr>
          <p:cNvSpPr txBox="1"/>
          <p:nvPr/>
        </p:nvSpPr>
        <p:spPr>
          <a:xfrm>
            <a:off x="4622233" y="3320589"/>
            <a:ext cx="589590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dirty="0"/>
              <a:t>1990</a:t>
            </a:r>
            <a:endParaRPr lang="en-NL" sz="135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CFBF262-CD89-DC69-50F9-6107C27C76E8}"/>
              </a:ext>
            </a:extLst>
          </p:cNvPr>
          <p:cNvSpPr txBox="1"/>
          <p:nvPr/>
        </p:nvSpPr>
        <p:spPr>
          <a:xfrm>
            <a:off x="5804935" y="3307270"/>
            <a:ext cx="518303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dirty="0"/>
              <a:t>200</a:t>
            </a:r>
            <a:endParaRPr lang="en-NL" sz="135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E7BAE2A-58D0-420F-341B-B719E29AA222}"/>
              </a:ext>
            </a:extLst>
          </p:cNvPr>
          <p:cNvSpPr txBox="1"/>
          <p:nvPr/>
        </p:nvSpPr>
        <p:spPr>
          <a:xfrm>
            <a:off x="6971122" y="3320589"/>
            <a:ext cx="518303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dirty="0"/>
              <a:t>201</a:t>
            </a:r>
            <a:endParaRPr lang="en-NL" sz="1350" dirty="0"/>
          </a:p>
        </p:txBody>
      </p:sp>
      <p:pic>
        <p:nvPicPr>
          <p:cNvPr id="36" name="Graphic 35" descr="Male profile outline">
            <a:extLst>
              <a:ext uri="{FF2B5EF4-FFF2-40B4-BE49-F238E27FC236}">
                <a16:creationId xmlns:a16="http://schemas.microsoft.com/office/drawing/2014/main" id="{C458FECA-D912-2D96-F68E-8080F7F166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30847" y="2086785"/>
            <a:ext cx="395084" cy="395084"/>
          </a:xfrm>
          <a:prstGeom prst="rect">
            <a:avLst/>
          </a:prstGeom>
        </p:spPr>
      </p:pic>
      <p:pic>
        <p:nvPicPr>
          <p:cNvPr id="38" name="Graphic 37" descr="Female Profile outline">
            <a:extLst>
              <a:ext uri="{FF2B5EF4-FFF2-40B4-BE49-F238E27FC236}">
                <a16:creationId xmlns:a16="http://schemas.microsoft.com/office/drawing/2014/main" id="{FAAD14EF-61F1-AF0A-4494-73D32DFE52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21477" y="2086784"/>
            <a:ext cx="395084" cy="395084"/>
          </a:xfrm>
          <a:prstGeom prst="rect">
            <a:avLst/>
          </a:prstGeom>
        </p:spPr>
      </p:pic>
      <p:pic>
        <p:nvPicPr>
          <p:cNvPr id="39" name="Graphic 38" descr="Male profile outline">
            <a:extLst>
              <a:ext uri="{FF2B5EF4-FFF2-40B4-BE49-F238E27FC236}">
                <a16:creationId xmlns:a16="http://schemas.microsoft.com/office/drawing/2014/main" id="{D419CC8E-03EF-8B22-E1FD-2730F2F0B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21477" y="1703583"/>
            <a:ext cx="395084" cy="395084"/>
          </a:xfrm>
          <a:prstGeom prst="rect">
            <a:avLst/>
          </a:prstGeom>
        </p:spPr>
      </p:pic>
      <p:pic>
        <p:nvPicPr>
          <p:cNvPr id="40" name="Graphic 39" descr="Male profile outline">
            <a:extLst>
              <a:ext uri="{FF2B5EF4-FFF2-40B4-BE49-F238E27FC236}">
                <a16:creationId xmlns:a16="http://schemas.microsoft.com/office/drawing/2014/main" id="{2330BB6B-4507-7399-53FA-629E88A103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08125" y="2086785"/>
            <a:ext cx="395084" cy="395084"/>
          </a:xfrm>
          <a:prstGeom prst="rect">
            <a:avLst/>
          </a:prstGeom>
        </p:spPr>
      </p:pic>
      <p:pic>
        <p:nvPicPr>
          <p:cNvPr id="41" name="Graphic 40" descr="Male profile outline">
            <a:extLst>
              <a:ext uri="{FF2B5EF4-FFF2-40B4-BE49-F238E27FC236}">
                <a16:creationId xmlns:a16="http://schemas.microsoft.com/office/drawing/2014/main" id="{24387497-0AB0-F574-916E-FC6523A174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08128" y="1284223"/>
            <a:ext cx="395084" cy="395084"/>
          </a:xfrm>
          <a:prstGeom prst="rect">
            <a:avLst/>
          </a:prstGeom>
        </p:spPr>
      </p:pic>
      <p:pic>
        <p:nvPicPr>
          <p:cNvPr id="42" name="Graphic 41" descr="Male profile outline">
            <a:extLst>
              <a:ext uri="{FF2B5EF4-FFF2-40B4-BE49-F238E27FC236}">
                <a16:creationId xmlns:a16="http://schemas.microsoft.com/office/drawing/2014/main" id="{F8263D91-976F-AD72-C569-52CC106A8F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98755" y="2506145"/>
            <a:ext cx="395084" cy="395084"/>
          </a:xfrm>
          <a:prstGeom prst="rect">
            <a:avLst/>
          </a:prstGeom>
        </p:spPr>
      </p:pic>
      <p:pic>
        <p:nvPicPr>
          <p:cNvPr id="43" name="Graphic 42" descr="Male profile outline">
            <a:extLst>
              <a:ext uri="{FF2B5EF4-FFF2-40B4-BE49-F238E27FC236}">
                <a16:creationId xmlns:a16="http://schemas.microsoft.com/office/drawing/2014/main" id="{0FA2F57C-8D45-573B-52F5-197F77596E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98755" y="1703583"/>
            <a:ext cx="395084" cy="395084"/>
          </a:xfrm>
          <a:prstGeom prst="rect">
            <a:avLst/>
          </a:prstGeom>
        </p:spPr>
      </p:pic>
      <p:pic>
        <p:nvPicPr>
          <p:cNvPr id="44" name="Graphic 43" descr="Female Profile outline">
            <a:extLst>
              <a:ext uri="{FF2B5EF4-FFF2-40B4-BE49-F238E27FC236}">
                <a16:creationId xmlns:a16="http://schemas.microsoft.com/office/drawing/2014/main" id="{0A3355CC-96E5-07F6-13CC-C7B9BAF1F2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55135" y="2506145"/>
            <a:ext cx="395084" cy="395084"/>
          </a:xfrm>
          <a:prstGeom prst="rect">
            <a:avLst/>
          </a:prstGeom>
        </p:spPr>
      </p:pic>
      <p:pic>
        <p:nvPicPr>
          <p:cNvPr id="45" name="Graphic 44" descr="Male profile outline">
            <a:extLst>
              <a:ext uri="{FF2B5EF4-FFF2-40B4-BE49-F238E27FC236}">
                <a16:creationId xmlns:a16="http://schemas.microsoft.com/office/drawing/2014/main" id="{FEFD1740-6E23-84CB-F840-B1995F13E3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55129" y="2086785"/>
            <a:ext cx="395084" cy="395084"/>
          </a:xfrm>
          <a:prstGeom prst="rect">
            <a:avLst/>
          </a:prstGeom>
        </p:spPr>
      </p:pic>
      <p:pic>
        <p:nvPicPr>
          <p:cNvPr id="46" name="Graphic 45" descr="Male profile outline">
            <a:extLst>
              <a:ext uri="{FF2B5EF4-FFF2-40B4-BE49-F238E27FC236}">
                <a16:creationId xmlns:a16="http://schemas.microsoft.com/office/drawing/2014/main" id="{415B3F91-FA1C-05D2-DA40-0A9E93F755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55132" y="1284223"/>
            <a:ext cx="395084" cy="395084"/>
          </a:xfrm>
          <a:prstGeom prst="rect">
            <a:avLst/>
          </a:prstGeom>
        </p:spPr>
      </p:pic>
      <p:pic>
        <p:nvPicPr>
          <p:cNvPr id="47" name="Graphic 46" descr="Male profile outline">
            <a:extLst>
              <a:ext uri="{FF2B5EF4-FFF2-40B4-BE49-F238E27FC236}">
                <a16:creationId xmlns:a16="http://schemas.microsoft.com/office/drawing/2014/main" id="{8DF009CC-68AC-67E0-EF5B-406C73CA5A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45759" y="2506145"/>
            <a:ext cx="395084" cy="395084"/>
          </a:xfrm>
          <a:prstGeom prst="rect">
            <a:avLst/>
          </a:prstGeom>
        </p:spPr>
      </p:pic>
      <p:pic>
        <p:nvPicPr>
          <p:cNvPr id="48" name="Graphic 47" descr="Female Profile outline">
            <a:extLst>
              <a:ext uri="{FF2B5EF4-FFF2-40B4-BE49-F238E27FC236}">
                <a16:creationId xmlns:a16="http://schemas.microsoft.com/office/drawing/2014/main" id="{3DC0C25F-D551-3FE2-B6E8-E147FB2C43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45759" y="2086784"/>
            <a:ext cx="395084" cy="395084"/>
          </a:xfrm>
          <a:prstGeom prst="rect">
            <a:avLst/>
          </a:prstGeom>
        </p:spPr>
      </p:pic>
      <p:pic>
        <p:nvPicPr>
          <p:cNvPr id="49" name="Graphic 48" descr="Male profile outline">
            <a:extLst>
              <a:ext uri="{FF2B5EF4-FFF2-40B4-BE49-F238E27FC236}">
                <a16:creationId xmlns:a16="http://schemas.microsoft.com/office/drawing/2014/main" id="{2486B5E6-64AC-E642-DD6B-D24D17ECCB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45759" y="1703583"/>
            <a:ext cx="395084" cy="395084"/>
          </a:xfrm>
          <a:prstGeom prst="rect">
            <a:avLst/>
          </a:prstGeom>
        </p:spPr>
      </p:pic>
      <p:pic>
        <p:nvPicPr>
          <p:cNvPr id="50" name="Graphic 49" descr="Female Profile outline">
            <a:extLst>
              <a:ext uri="{FF2B5EF4-FFF2-40B4-BE49-F238E27FC236}">
                <a16:creationId xmlns:a16="http://schemas.microsoft.com/office/drawing/2014/main" id="{CC4C81BF-27F8-B6A4-1103-5DCAC413FF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45759" y="1284222"/>
            <a:ext cx="395084" cy="395084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D9EA00A0-F8F1-0742-E963-89734C028ACB}"/>
              </a:ext>
            </a:extLst>
          </p:cNvPr>
          <p:cNvSpPr txBox="1"/>
          <p:nvPr/>
        </p:nvSpPr>
        <p:spPr>
          <a:xfrm>
            <a:off x="8153950" y="3322205"/>
            <a:ext cx="518303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dirty="0"/>
              <a:t>202</a:t>
            </a:r>
            <a:endParaRPr lang="en-NL" sz="1350" dirty="0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70C1D4A-3749-4360-7316-0E907531B5B3}"/>
              </a:ext>
            </a:extLst>
          </p:cNvPr>
          <p:cNvGrpSpPr/>
          <p:nvPr/>
        </p:nvGrpSpPr>
        <p:grpSpPr>
          <a:xfrm>
            <a:off x="4880036" y="2975954"/>
            <a:ext cx="3529010" cy="256177"/>
            <a:chOff x="7165228" y="3533832"/>
            <a:chExt cx="4705347" cy="341569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09A508FF-EABE-659D-A1C0-A342F3BB654E}"/>
                </a:ext>
              </a:extLst>
            </p:cNvPr>
            <p:cNvGrpSpPr/>
            <p:nvPr/>
          </p:nvGrpSpPr>
          <p:grpSpPr>
            <a:xfrm>
              <a:off x="7165228" y="3538851"/>
              <a:ext cx="1568450" cy="336550"/>
              <a:chOff x="6096000" y="3632200"/>
              <a:chExt cx="1568450" cy="336550"/>
            </a:xfrm>
          </p:grpSpPr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382A0285-7202-D97F-AD9E-FDB9443FE5F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0" y="3800475"/>
                <a:ext cx="1568450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1074C587-B7F1-6CA8-40D5-B2E5FF85FD0F}"/>
                  </a:ext>
                </a:extLst>
              </p:cNvPr>
              <p:cNvCxnSpPr/>
              <p:nvPr/>
            </p:nvCxnSpPr>
            <p:spPr>
              <a:xfrm>
                <a:off x="6096000" y="3632200"/>
                <a:ext cx="0" cy="33655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B2946C4D-8F39-9B04-5B26-67D5563141DD}"/>
                  </a:ext>
                </a:extLst>
              </p:cNvPr>
              <p:cNvCxnSpPr/>
              <p:nvPr/>
            </p:nvCxnSpPr>
            <p:spPr>
              <a:xfrm>
                <a:off x="7664450" y="3632200"/>
                <a:ext cx="0" cy="33655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92A14924-0810-D72F-25D6-EAB53CCF2179}"/>
                </a:ext>
              </a:extLst>
            </p:cNvPr>
            <p:cNvGrpSpPr/>
            <p:nvPr/>
          </p:nvGrpSpPr>
          <p:grpSpPr>
            <a:xfrm>
              <a:off x="8733676" y="3533832"/>
              <a:ext cx="3136899" cy="340886"/>
              <a:chOff x="9232897" y="3622845"/>
              <a:chExt cx="3136899" cy="340886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DD4BDD53-5D0D-1B76-9D02-C5D7D3A62F6D}"/>
                  </a:ext>
                </a:extLst>
              </p:cNvPr>
              <p:cNvGrpSpPr/>
              <p:nvPr/>
            </p:nvGrpSpPr>
            <p:grpSpPr>
              <a:xfrm>
                <a:off x="9232897" y="3627181"/>
                <a:ext cx="1568450" cy="336550"/>
                <a:chOff x="6096000" y="3632200"/>
                <a:chExt cx="1568450" cy="336550"/>
              </a:xfrm>
            </p:grpSpPr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B1FE6C5B-96B6-295D-A618-E824BF2C4E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6000" y="3800475"/>
                  <a:ext cx="1568450" cy="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EF00A9FB-84DE-A99F-8296-C36E50CF2AF1}"/>
                    </a:ext>
                  </a:extLst>
                </p:cNvPr>
                <p:cNvCxnSpPr/>
                <p:nvPr/>
              </p:nvCxnSpPr>
              <p:spPr>
                <a:xfrm>
                  <a:off x="6096000" y="3632200"/>
                  <a:ext cx="0" cy="33655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6529811C-2160-285D-7074-E03800708A79}"/>
                    </a:ext>
                  </a:extLst>
                </p:cNvPr>
                <p:cNvCxnSpPr/>
                <p:nvPr/>
              </p:nvCxnSpPr>
              <p:spPr>
                <a:xfrm>
                  <a:off x="7664450" y="3632200"/>
                  <a:ext cx="0" cy="33655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53845C73-F38C-ADA8-242B-041D64BFBB99}"/>
                  </a:ext>
                </a:extLst>
              </p:cNvPr>
              <p:cNvGrpSpPr/>
              <p:nvPr/>
            </p:nvGrpSpPr>
            <p:grpSpPr>
              <a:xfrm>
                <a:off x="10801346" y="3622845"/>
                <a:ext cx="1568450" cy="336550"/>
                <a:chOff x="6096000" y="3632200"/>
                <a:chExt cx="1568450" cy="336550"/>
              </a:xfrm>
            </p:grpSpPr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7C1CF494-55AA-53B8-98C0-863EABB0F9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6000" y="3800475"/>
                  <a:ext cx="1568450" cy="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47E2D158-DD91-981A-EADF-36683C82C9A0}"/>
                    </a:ext>
                  </a:extLst>
                </p:cNvPr>
                <p:cNvCxnSpPr/>
                <p:nvPr/>
              </p:nvCxnSpPr>
              <p:spPr>
                <a:xfrm>
                  <a:off x="6096000" y="3632200"/>
                  <a:ext cx="0" cy="33655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973AFC9B-B310-81FB-78B4-1FB74A61A909}"/>
                    </a:ext>
                  </a:extLst>
                </p:cNvPr>
                <p:cNvCxnSpPr/>
                <p:nvPr/>
              </p:nvCxnSpPr>
              <p:spPr>
                <a:xfrm>
                  <a:off x="7664450" y="3632200"/>
                  <a:ext cx="0" cy="33655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CF037D06-EE12-03C4-2768-8C91A2A2D18B}"/>
              </a:ext>
            </a:extLst>
          </p:cNvPr>
          <p:cNvSpPr txBox="1"/>
          <p:nvPr/>
        </p:nvSpPr>
        <p:spPr>
          <a:xfrm>
            <a:off x="5803583" y="3307270"/>
            <a:ext cx="575779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/>
              <a:t>2000</a:t>
            </a:r>
            <a:endParaRPr lang="en-NL" sz="135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149AB6F-DABF-B41B-5D71-57C6851DE4CE}"/>
              </a:ext>
            </a:extLst>
          </p:cNvPr>
          <p:cNvSpPr txBox="1"/>
          <p:nvPr/>
        </p:nvSpPr>
        <p:spPr>
          <a:xfrm>
            <a:off x="6969771" y="3320589"/>
            <a:ext cx="657155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/>
              <a:t>2010</a:t>
            </a:r>
            <a:endParaRPr lang="en-NL" sz="1350"/>
          </a:p>
        </p:txBody>
      </p:sp>
      <p:pic>
        <p:nvPicPr>
          <p:cNvPr id="69" name="Graphic 68" descr="Male profile outline">
            <a:extLst>
              <a:ext uri="{FF2B5EF4-FFF2-40B4-BE49-F238E27FC236}">
                <a16:creationId xmlns:a16="http://schemas.microsoft.com/office/drawing/2014/main" id="{F2C4DED4-9A33-CDF5-88AD-1E1140B855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06773" y="2086785"/>
            <a:ext cx="395084" cy="395084"/>
          </a:xfrm>
          <a:prstGeom prst="rect">
            <a:avLst/>
          </a:prstGeom>
        </p:spPr>
      </p:pic>
      <p:pic>
        <p:nvPicPr>
          <p:cNvPr id="70" name="Graphic 69" descr="Male profile outline">
            <a:extLst>
              <a:ext uri="{FF2B5EF4-FFF2-40B4-BE49-F238E27FC236}">
                <a16:creationId xmlns:a16="http://schemas.microsoft.com/office/drawing/2014/main" id="{6FBF6A4C-39B6-DF56-313B-C726D30B18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97403" y="2506145"/>
            <a:ext cx="395084" cy="395084"/>
          </a:xfrm>
          <a:prstGeom prst="rect">
            <a:avLst/>
          </a:prstGeom>
        </p:spPr>
      </p:pic>
      <p:pic>
        <p:nvPicPr>
          <p:cNvPr id="71" name="Graphic 70" descr="Male profile outline">
            <a:extLst>
              <a:ext uri="{FF2B5EF4-FFF2-40B4-BE49-F238E27FC236}">
                <a16:creationId xmlns:a16="http://schemas.microsoft.com/office/drawing/2014/main" id="{CA8582DE-B0EF-9E40-9DE7-9FF47744F6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29495" y="2086785"/>
            <a:ext cx="395084" cy="395084"/>
          </a:xfrm>
          <a:prstGeom prst="rect">
            <a:avLst/>
          </a:prstGeom>
        </p:spPr>
      </p:pic>
      <p:pic>
        <p:nvPicPr>
          <p:cNvPr id="72" name="Graphic 71" descr="Male profile outline">
            <a:extLst>
              <a:ext uri="{FF2B5EF4-FFF2-40B4-BE49-F238E27FC236}">
                <a16:creationId xmlns:a16="http://schemas.microsoft.com/office/drawing/2014/main" id="{7A46E494-F4EB-027C-26DA-7CB184F605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06776" y="1284223"/>
            <a:ext cx="395084" cy="395084"/>
          </a:xfrm>
          <a:prstGeom prst="rect">
            <a:avLst/>
          </a:prstGeom>
        </p:spPr>
      </p:pic>
      <p:pic>
        <p:nvPicPr>
          <p:cNvPr id="73" name="Graphic 72" descr="Male profile outline">
            <a:extLst>
              <a:ext uri="{FF2B5EF4-FFF2-40B4-BE49-F238E27FC236}">
                <a16:creationId xmlns:a16="http://schemas.microsoft.com/office/drawing/2014/main" id="{C2EC586C-0ABC-66C5-8CD6-BC879A9807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97403" y="1703583"/>
            <a:ext cx="395084" cy="395084"/>
          </a:xfrm>
          <a:prstGeom prst="rect">
            <a:avLst/>
          </a:prstGeom>
        </p:spPr>
      </p:pic>
      <p:pic>
        <p:nvPicPr>
          <p:cNvPr id="74" name="Graphic 73" descr="Female Profile outline">
            <a:extLst>
              <a:ext uri="{FF2B5EF4-FFF2-40B4-BE49-F238E27FC236}">
                <a16:creationId xmlns:a16="http://schemas.microsoft.com/office/drawing/2014/main" id="{850495C0-FD7A-EF87-22C5-2AEDD034EB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53783" y="2506145"/>
            <a:ext cx="395084" cy="395084"/>
          </a:xfrm>
          <a:prstGeom prst="rect">
            <a:avLst/>
          </a:prstGeom>
        </p:spPr>
      </p:pic>
      <p:pic>
        <p:nvPicPr>
          <p:cNvPr id="75" name="Graphic 74" descr="Male profile outline">
            <a:extLst>
              <a:ext uri="{FF2B5EF4-FFF2-40B4-BE49-F238E27FC236}">
                <a16:creationId xmlns:a16="http://schemas.microsoft.com/office/drawing/2014/main" id="{EDF43532-BB5D-713A-6D24-1384B7EB03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53778" y="2086785"/>
            <a:ext cx="395084" cy="395084"/>
          </a:xfrm>
          <a:prstGeom prst="rect">
            <a:avLst/>
          </a:prstGeom>
        </p:spPr>
      </p:pic>
      <p:pic>
        <p:nvPicPr>
          <p:cNvPr id="76" name="Graphic 75" descr="Male profile outline">
            <a:extLst>
              <a:ext uri="{FF2B5EF4-FFF2-40B4-BE49-F238E27FC236}">
                <a16:creationId xmlns:a16="http://schemas.microsoft.com/office/drawing/2014/main" id="{B5EF8B8B-7DB9-B88A-C84E-E220CFCE1E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53781" y="1284223"/>
            <a:ext cx="395084" cy="395084"/>
          </a:xfrm>
          <a:prstGeom prst="rect">
            <a:avLst/>
          </a:prstGeom>
        </p:spPr>
      </p:pic>
      <p:pic>
        <p:nvPicPr>
          <p:cNvPr id="77" name="Graphic 76" descr="Male profile outline">
            <a:extLst>
              <a:ext uri="{FF2B5EF4-FFF2-40B4-BE49-F238E27FC236}">
                <a16:creationId xmlns:a16="http://schemas.microsoft.com/office/drawing/2014/main" id="{40F2B595-C7E4-265E-1BDF-D6FED50578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44408" y="2506145"/>
            <a:ext cx="395084" cy="395084"/>
          </a:xfrm>
          <a:prstGeom prst="rect">
            <a:avLst/>
          </a:prstGeom>
        </p:spPr>
      </p:pic>
      <p:pic>
        <p:nvPicPr>
          <p:cNvPr id="78" name="Graphic 77" descr="Female Profile outline">
            <a:extLst>
              <a:ext uri="{FF2B5EF4-FFF2-40B4-BE49-F238E27FC236}">
                <a16:creationId xmlns:a16="http://schemas.microsoft.com/office/drawing/2014/main" id="{BBD73EB4-3AB9-123A-4E06-DB2A296DCE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44408" y="2086784"/>
            <a:ext cx="395084" cy="395084"/>
          </a:xfrm>
          <a:prstGeom prst="rect">
            <a:avLst/>
          </a:prstGeom>
        </p:spPr>
      </p:pic>
      <p:pic>
        <p:nvPicPr>
          <p:cNvPr id="79" name="Graphic 78" descr="Male profile outline">
            <a:extLst>
              <a:ext uri="{FF2B5EF4-FFF2-40B4-BE49-F238E27FC236}">
                <a16:creationId xmlns:a16="http://schemas.microsoft.com/office/drawing/2014/main" id="{BC2F928C-4C94-7E93-1EA5-B07D75668E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44408" y="1703583"/>
            <a:ext cx="395084" cy="395084"/>
          </a:xfrm>
          <a:prstGeom prst="rect">
            <a:avLst/>
          </a:prstGeom>
        </p:spPr>
      </p:pic>
      <p:pic>
        <p:nvPicPr>
          <p:cNvPr id="80" name="Graphic 79" descr="Female Profile outline">
            <a:extLst>
              <a:ext uri="{FF2B5EF4-FFF2-40B4-BE49-F238E27FC236}">
                <a16:creationId xmlns:a16="http://schemas.microsoft.com/office/drawing/2014/main" id="{4F44D593-EC17-6160-A6A0-A50518AF59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44408" y="1284222"/>
            <a:ext cx="395084" cy="395084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827FC328-9EE2-A31F-6F82-043E9A2BB40F}"/>
              </a:ext>
            </a:extLst>
          </p:cNvPr>
          <p:cNvSpPr txBox="1"/>
          <p:nvPr/>
        </p:nvSpPr>
        <p:spPr>
          <a:xfrm>
            <a:off x="8152599" y="3322205"/>
            <a:ext cx="629771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dirty="0"/>
              <a:t>2020</a:t>
            </a:r>
            <a:endParaRPr lang="en-NL" sz="1350" dirty="0"/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F04183B8-0627-3AFA-4FED-A1FA27E023D8}"/>
              </a:ext>
            </a:extLst>
          </p:cNvPr>
          <p:cNvGrpSpPr/>
          <p:nvPr/>
        </p:nvGrpSpPr>
        <p:grpSpPr>
          <a:xfrm>
            <a:off x="7739492" y="1304458"/>
            <a:ext cx="787066" cy="2947712"/>
            <a:chOff x="10319322" y="1739276"/>
            <a:chExt cx="1049421" cy="3930283"/>
          </a:xfrm>
        </p:grpSpPr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61C7B59E-49A0-D093-A361-DA36C196FB0D}"/>
                </a:ext>
              </a:extLst>
            </p:cNvPr>
            <p:cNvCxnSpPr/>
            <p:nvPr/>
          </p:nvCxnSpPr>
          <p:spPr>
            <a:xfrm flipV="1">
              <a:off x="10645091" y="4351594"/>
              <a:ext cx="0" cy="550259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84" name="Graphic 83" descr="Medicine outline">
              <a:extLst>
                <a:ext uri="{FF2B5EF4-FFF2-40B4-BE49-F238E27FC236}">
                  <a16:creationId xmlns:a16="http://schemas.microsoft.com/office/drawing/2014/main" id="{B82A4C2E-EAB4-047F-1CCD-273427A1F4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321124" y="4901853"/>
              <a:ext cx="767706" cy="767706"/>
            </a:xfrm>
            <a:prstGeom prst="rect">
              <a:avLst/>
            </a:prstGeom>
          </p:spPr>
        </p:pic>
        <p:pic>
          <p:nvPicPr>
            <p:cNvPr id="85" name="Graphic 84" descr="Female Profile outline">
              <a:extLst>
                <a:ext uri="{FF2B5EF4-FFF2-40B4-BE49-F238E27FC236}">
                  <a16:creationId xmlns:a16="http://schemas.microsoft.com/office/drawing/2014/main" id="{0E085EF0-B88F-256D-F7B9-956255DDB09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0321131" y="3368507"/>
              <a:ext cx="526779" cy="526779"/>
            </a:xfrm>
            <a:prstGeom prst="rect">
              <a:avLst/>
            </a:prstGeom>
          </p:spPr>
        </p:pic>
        <p:pic>
          <p:nvPicPr>
            <p:cNvPr id="86" name="Graphic 85" descr="Male profile outline">
              <a:extLst>
                <a:ext uri="{FF2B5EF4-FFF2-40B4-BE49-F238E27FC236}">
                  <a16:creationId xmlns:a16="http://schemas.microsoft.com/office/drawing/2014/main" id="{D5A17CB4-FEF9-1CDC-6C0C-14B5400CC4D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321124" y="2809360"/>
              <a:ext cx="526779" cy="526779"/>
            </a:xfrm>
            <a:prstGeom prst="rect">
              <a:avLst/>
            </a:prstGeom>
          </p:spPr>
        </p:pic>
        <p:pic>
          <p:nvPicPr>
            <p:cNvPr id="87" name="Graphic 86" descr="Female Profile outline">
              <a:extLst>
                <a:ext uri="{FF2B5EF4-FFF2-40B4-BE49-F238E27FC236}">
                  <a16:creationId xmlns:a16="http://schemas.microsoft.com/office/drawing/2014/main" id="{DEF9FEAE-B784-A75A-E30E-0FAB017FBB3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0321135" y="2298424"/>
              <a:ext cx="526779" cy="526779"/>
            </a:xfrm>
            <a:prstGeom prst="rect">
              <a:avLst/>
            </a:prstGeom>
          </p:spPr>
        </p:pic>
        <p:pic>
          <p:nvPicPr>
            <p:cNvPr id="88" name="Graphic 87" descr="Male profile outline">
              <a:extLst>
                <a:ext uri="{FF2B5EF4-FFF2-40B4-BE49-F238E27FC236}">
                  <a16:creationId xmlns:a16="http://schemas.microsoft.com/office/drawing/2014/main" id="{85074090-04F6-33FE-E8C2-DCC4C41E2C7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321128" y="1739277"/>
              <a:ext cx="526779" cy="526779"/>
            </a:xfrm>
            <a:prstGeom prst="rect">
              <a:avLst/>
            </a:prstGeom>
          </p:spPr>
        </p:pic>
        <p:pic>
          <p:nvPicPr>
            <p:cNvPr id="89" name="Graphic 88" descr="Male profile outline">
              <a:extLst>
                <a:ext uri="{FF2B5EF4-FFF2-40B4-BE49-F238E27FC236}">
                  <a16:creationId xmlns:a16="http://schemas.microsoft.com/office/drawing/2014/main" id="{C1D388E2-2559-D5F5-03E0-E32B8A2CB6B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841964" y="3368507"/>
              <a:ext cx="526779" cy="526779"/>
            </a:xfrm>
            <a:prstGeom prst="rect">
              <a:avLst/>
            </a:prstGeom>
          </p:spPr>
        </p:pic>
        <p:pic>
          <p:nvPicPr>
            <p:cNvPr id="90" name="Graphic 89" descr="Female Profile outline">
              <a:extLst>
                <a:ext uri="{FF2B5EF4-FFF2-40B4-BE49-F238E27FC236}">
                  <a16:creationId xmlns:a16="http://schemas.microsoft.com/office/drawing/2014/main" id="{D6252AE7-2A89-F8F7-803E-6558E878832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0841964" y="2809359"/>
              <a:ext cx="526779" cy="526779"/>
            </a:xfrm>
            <a:prstGeom prst="rect">
              <a:avLst/>
            </a:prstGeom>
          </p:spPr>
        </p:pic>
        <p:pic>
          <p:nvPicPr>
            <p:cNvPr id="91" name="Graphic 90" descr="Male profile outline">
              <a:extLst>
                <a:ext uri="{FF2B5EF4-FFF2-40B4-BE49-F238E27FC236}">
                  <a16:creationId xmlns:a16="http://schemas.microsoft.com/office/drawing/2014/main" id="{5479F09C-3D1D-4B9B-5CE3-43F62182F89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841964" y="2298424"/>
              <a:ext cx="526779" cy="526779"/>
            </a:xfrm>
            <a:prstGeom prst="rect">
              <a:avLst/>
            </a:prstGeom>
          </p:spPr>
        </p:pic>
        <p:pic>
          <p:nvPicPr>
            <p:cNvPr id="92" name="Graphic 91" descr="Female Profile outline">
              <a:extLst>
                <a:ext uri="{FF2B5EF4-FFF2-40B4-BE49-F238E27FC236}">
                  <a16:creationId xmlns:a16="http://schemas.microsoft.com/office/drawing/2014/main" id="{66357E2A-6E08-908B-F661-5E8E78BE9FF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0841964" y="1739276"/>
              <a:ext cx="526779" cy="526779"/>
            </a:xfrm>
            <a:prstGeom prst="rect">
              <a:avLst/>
            </a:prstGeom>
          </p:spPr>
        </p:pic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5FEA6FD3-4C10-0EBD-B8C9-B3F461AAD741}"/>
                </a:ext>
              </a:extLst>
            </p:cNvPr>
            <p:cNvCxnSpPr/>
            <p:nvPr/>
          </p:nvCxnSpPr>
          <p:spPr>
            <a:xfrm flipV="1">
              <a:off x="10643289" y="4351594"/>
              <a:ext cx="0" cy="550259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4" name="Graphic 93" descr="Medicine outline">
              <a:extLst>
                <a:ext uri="{FF2B5EF4-FFF2-40B4-BE49-F238E27FC236}">
                  <a16:creationId xmlns:a16="http://schemas.microsoft.com/office/drawing/2014/main" id="{94B35BE2-F1EA-317D-B677-FDABD9DB02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319322" y="4901853"/>
              <a:ext cx="767706" cy="767706"/>
            </a:xfrm>
            <a:prstGeom prst="rect">
              <a:avLst/>
            </a:prstGeom>
          </p:spPr>
        </p:pic>
        <p:pic>
          <p:nvPicPr>
            <p:cNvPr id="95" name="Graphic 94" descr="Female Profile outline">
              <a:extLst>
                <a:ext uri="{FF2B5EF4-FFF2-40B4-BE49-F238E27FC236}">
                  <a16:creationId xmlns:a16="http://schemas.microsoft.com/office/drawing/2014/main" id="{7604C4CE-E707-49A1-7B36-A9A54C01F0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0319329" y="3368507"/>
              <a:ext cx="526779" cy="526779"/>
            </a:xfrm>
            <a:prstGeom prst="rect">
              <a:avLst/>
            </a:prstGeom>
          </p:spPr>
        </p:pic>
        <p:pic>
          <p:nvPicPr>
            <p:cNvPr id="96" name="Graphic 95" descr="Male profile outline">
              <a:extLst>
                <a:ext uri="{FF2B5EF4-FFF2-40B4-BE49-F238E27FC236}">
                  <a16:creationId xmlns:a16="http://schemas.microsoft.com/office/drawing/2014/main" id="{C090AD80-4E93-8704-8AA4-A32E15FD25D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319322" y="2809360"/>
              <a:ext cx="526779" cy="526779"/>
            </a:xfrm>
            <a:prstGeom prst="rect">
              <a:avLst/>
            </a:prstGeom>
          </p:spPr>
        </p:pic>
        <p:pic>
          <p:nvPicPr>
            <p:cNvPr id="97" name="Graphic 96" descr="Female Profile outline">
              <a:extLst>
                <a:ext uri="{FF2B5EF4-FFF2-40B4-BE49-F238E27FC236}">
                  <a16:creationId xmlns:a16="http://schemas.microsoft.com/office/drawing/2014/main" id="{C85A5336-CE30-637D-69E3-07DB0863AE3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0319333" y="2298424"/>
              <a:ext cx="526779" cy="526779"/>
            </a:xfrm>
            <a:prstGeom prst="rect">
              <a:avLst/>
            </a:prstGeom>
          </p:spPr>
        </p:pic>
        <p:pic>
          <p:nvPicPr>
            <p:cNvPr id="98" name="Graphic 97" descr="Male profile outline">
              <a:extLst>
                <a:ext uri="{FF2B5EF4-FFF2-40B4-BE49-F238E27FC236}">
                  <a16:creationId xmlns:a16="http://schemas.microsoft.com/office/drawing/2014/main" id="{FBDD0BC6-F021-75D3-E185-D0463B451D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319326" y="1739277"/>
              <a:ext cx="526779" cy="526779"/>
            </a:xfrm>
            <a:prstGeom prst="rect">
              <a:avLst/>
            </a:prstGeom>
          </p:spPr>
        </p:pic>
        <p:pic>
          <p:nvPicPr>
            <p:cNvPr id="99" name="Graphic 98" descr="Male profile outline">
              <a:extLst>
                <a:ext uri="{FF2B5EF4-FFF2-40B4-BE49-F238E27FC236}">
                  <a16:creationId xmlns:a16="http://schemas.microsoft.com/office/drawing/2014/main" id="{E878A0B3-08B9-9E85-B0D1-5DD21585B24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840162" y="3368507"/>
              <a:ext cx="526779" cy="526779"/>
            </a:xfrm>
            <a:prstGeom prst="rect">
              <a:avLst/>
            </a:prstGeom>
          </p:spPr>
        </p:pic>
        <p:pic>
          <p:nvPicPr>
            <p:cNvPr id="100" name="Graphic 99" descr="Female Profile outline">
              <a:extLst>
                <a:ext uri="{FF2B5EF4-FFF2-40B4-BE49-F238E27FC236}">
                  <a16:creationId xmlns:a16="http://schemas.microsoft.com/office/drawing/2014/main" id="{8FF8645E-F945-9E14-5666-8C1CDAA57C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0840162" y="2809359"/>
              <a:ext cx="526779" cy="526779"/>
            </a:xfrm>
            <a:prstGeom prst="rect">
              <a:avLst/>
            </a:prstGeom>
          </p:spPr>
        </p:pic>
        <p:pic>
          <p:nvPicPr>
            <p:cNvPr id="101" name="Graphic 100" descr="Male profile outline">
              <a:extLst>
                <a:ext uri="{FF2B5EF4-FFF2-40B4-BE49-F238E27FC236}">
                  <a16:creationId xmlns:a16="http://schemas.microsoft.com/office/drawing/2014/main" id="{B18117F8-BAF1-5479-D6C8-A4133A9107A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840162" y="2298424"/>
              <a:ext cx="526779" cy="526779"/>
            </a:xfrm>
            <a:prstGeom prst="rect">
              <a:avLst/>
            </a:prstGeom>
          </p:spPr>
        </p:pic>
        <p:pic>
          <p:nvPicPr>
            <p:cNvPr id="102" name="Graphic 101" descr="Female Profile outline">
              <a:extLst>
                <a:ext uri="{FF2B5EF4-FFF2-40B4-BE49-F238E27FC236}">
                  <a16:creationId xmlns:a16="http://schemas.microsoft.com/office/drawing/2014/main" id="{F47FA913-B608-B39C-621C-6A9C83F2A3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0840162" y="1739276"/>
              <a:ext cx="526779" cy="526779"/>
            </a:xfrm>
            <a:prstGeom prst="rect">
              <a:avLst/>
            </a:prstGeom>
          </p:spPr>
        </p:pic>
      </p:grpSp>
      <p:sp>
        <p:nvSpPr>
          <p:cNvPr id="103" name="Title 1">
            <a:extLst>
              <a:ext uri="{FF2B5EF4-FFF2-40B4-BE49-F238E27FC236}">
                <a16:creationId xmlns:a16="http://schemas.microsoft.com/office/drawing/2014/main" id="{6A9A2FE1-DE8C-CB06-C5D6-B5B2A6123E8C}"/>
              </a:ext>
            </a:extLst>
          </p:cNvPr>
          <p:cNvSpPr txBox="1">
            <a:spLocks/>
          </p:cNvSpPr>
          <p:nvPr/>
        </p:nvSpPr>
        <p:spPr>
          <a:xfrm>
            <a:off x="167054" y="173541"/>
            <a:ext cx="2909113" cy="637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b="1"/>
              <a:t>Introduction</a:t>
            </a:r>
            <a:endParaRPr lang="en-NL" b="1" dirty="0"/>
          </a:p>
        </p:txBody>
      </p:sp>
      <p:sp>
        <p:nvSpPr>
          <p:cNvPr id="66" name="Slide Number Placeholder 65">
            <a:extLst>
              <a:ext uri="{FF2B5EF4-FFF2-40B4-BE49-F238E27FC236}">
                <a16:creationId xmlns:a16="http://schemas.microsoft.com/office/drawing/2014/main" id="{9D1F728C-8618-0551-E5D6-B01C6F2C3028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</a:pPr>
            <a:fld id="{6B729233-A4E5-4286-907E-3ABE909BBBEB}" type="slidenum">
              <a:rPr lang="nl-NL" sz="1000" b="0" u="none" strike="noStrike" smtClean="0">
                <a:solidFill>
                  <a:srgbClr val="003741"/>
                </a:solidFill>
                <a:effectLst/>
                <a:uFillTx/>
                <a:latin typeface="Trebuchet MS Standaard"/>
              </a:rPr>
              <a:t>7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858812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25CFE-0B46-756D-B5A9-102E41417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EFCC4628-E73C-354C-BD77-47121B5F510C}"/>
              </a:ext>
            </a:extLst>
          </p:cNvPr>
          <p:cNvCxnSpPr>
            <a:cxnSpLocks/>
          </p:cNvCxnSpPr>
          <p:nvPr/>
        </p:nvCxnSpPr>
        <p:spPr>
          <a:xfrm>
            <a:off x="1847146" y="1509722"/>
            <a:ext cx="0" cy="17105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87659628-7B8C-D625-1598-96A9843F11AE}"/>
              </a:ext>
            </a:extLst>
          </p:cNvPr>
          <p:cNvSpPr/>
          <p:nvPr/>
        </p:nvSpPr>
        <p:spPr>
          <a:xfrm>
            <a:off x="1733840" y="1500946"/>
            <a:ext cx="226610" cy="22064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4880576-70C5-CC7E-C875-8DCF6C7165A4}"/>
              </a:ext>
            </a:extLst>
          </p:cNvPr>
          <p:cNvSpPr txBox="1">
            <a:spLocks/>
          </p:cNvSpPr>
          <p:nvPr/>
        </p:nvSpPr>
        <p:spPr>
          <a:xfrm>
            <a:off x="167054" y="173541"/>
            <a:ext cx="3746855" cy="637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4000" b="1" dirty="0"/>
              <a:t>Time </a:t>
            </a:r>
            <a:r>
              <a:rPr lang="nl-NL" sz="4000" b="1" dirty="0" err="1"/>
              <a:t>related</a:t>
            </a:r>
            <a:r>
              <a:rPr lang="nl-NL" sz="4000" b="1" dirty="0"/>
              <a:t> bias</a:t>
            </a:r>
            <a:endParaRPr lang="en-NL" sz="4000" b="1" dirty="0"/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700623FE-E975-EABF-0449-7A00881CD2C0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</a:pPr>
            <a:fld id="{6B729233-A4E5-4286-907E-3ABE909BBBEB}" type="slidenum">
              <a:rPr lang="nl-NL" sz="1000" b="0" u="none" strike="noStrike" smtClean="0">
                <a:solidFill>
                  <a:srgbClr val="003741"/>
                </a:solidFill>
                <a:effectLst/>
                <a:uFillTx/>
                <a:latin typeface="Trebuchet MS Standaard"/>
              </a:rPr>
              <a:t>8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31BB05-EA5E-CD31-5E0A-FA2B6A20C4B4}"/>
              </a:ext>
            </a:extLst>
          </p:cNvPr>
          <p:cNvSpPr txBox="1"/>
          <p:nvPr/>
        </p:nvSpPr>
        <p:spPr>
          <a:xfrm>
            <a:off x="1427136" y="1039988"/>
            <a:ext cx="840018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 dirty="0" err="1"/>
              <a:t>Eligibility</a:t>
            </a:r>
            <a:endParaRPr lang="nl-NL" sz="1350" b="1" dirty="0"/>
          </a:p>
        </p:txBody>
      </p:sp>
    </p:spTree>
    <p:extLst>
      <p:ext uri="{BB962C8B-B14F-4D97-AF65-F5344CB8AC3E}">
        <p14:creationId xmlns:p14="http://schemas.microsoft.com/office/powerpoint/2010/main" val="20360861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EE1AB-6BDC-A5D3-D42D-114AB9913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73DCEFC-BB7B-C645-1680-E5AC74ED0C1B}"/>
              </a:ext>
            </a:extLst>
          </p:cNvPr>
          <p:cNvCxnSpPr>
            <a:cxnSpLocks/>
          </p:cNvCxnSpPr>
          <p:nvPr/>
        </p:nvCxnSpPr>
        <p:spPr>
          <a:xfrm>
            <a:off x="1847146" y="1509722"/>
            <a:ext cx="0" cy="17105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8AB407B-92E6-5D91-8508-E2365F5395FC}"/>
              </a:ext>
            </a:extLst>
          </p:cNvPr>
          <p:cNvCxnSpPr>
            <a:cxnSpLocks/>
          </p:cNvCxnSpPr>
          <p:nvPr/>
        </p:nvCxnSpPr>
        <p:spPr>
          <a:xfrm>
            <a:off x="1847146" y="1625333"/>
            <a:ext cx="2849392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C5ABBC84-B83D-FA00-495A-7BF7CBC0A1D0}"/>
              </a:ext>
            </a:extLst>
          </p:cNvPr>
          <p:cNvSpPr/>
          <p:nvPr/>
        </p:nvSpPr>
        <p:spPr>
          <a:xfrm>
            <a:off x="1733840" y="1500946"/>
            <a:ext cx="226610" cy="22064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D11C12D5-D7CE-2E2D-1BF8-38094B601EC3}"/>
              </a:ext>
            </a:extLst>
          </p:cNvPr>
          <p:cNvSpPr/>
          <p:nvPr/>
        </p:nvSpPr>
        <p:spPr>
          <a:xfrm>
            <a:off x="4562362" y="1489020"/>
            <a:ext cx="268352" cy="244492"/>
          </a:xfrm>
          <a:prstGeom prst="triangl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3AA16F-BBC6-2619-E0AE-C3602442C2DB}"/>
              </a:ext>
            </a:extLst>
          </p:cNvPr>
          <p:cNvSpPr txBox="1"/>
          <p:nvPr/>
        </p:nvSpPr>
        <p:spPr>
          <a:xfrm>
            <a:off x="4139987" y="936114"/>
            <a:ext cx="111310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1350" b="1" dirty="0"/>
              <a:t>End of follow-up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B75AB7F-0045-3579-5874-2D67AC3F5EC7}"/>
              </a:ext>
            </a:extLst>
          </p:cNvPr>
          <p:cNvSpPr txBox="1">
            <a:spLocks/>
          </p:cNvSpPr>
          <p:nvPr/>
        </p:nvSpPr>
        <p:spPr>
          <a:xfrm>
            <a:off x="167054" y="173541"/>
            <a:ext cx="3746855" cy="637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4000" b="1" dirty="0"/>
              <a:t>Time </a:t>
            </a:r>
            <a:r>
              <a:rPr lang="nl-NL" sz="4000" b="1" dirty="0" err="1"/>
              <a:t>related</a:t>
            </a:r>
            <a:r>
              <a:rPr lang="nl-NL" sz="4000" b="1" dirty="0"/>
              <a:t> bias</a:t>
            </a:r>
            <a:endParaRPr lang="en-NL" sz="4000" b="1" dirty="0"/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76E4E2CA-2D49-E8EE-1878-C3F4397A5EC2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</a:pPr>
            <a:fld id="{6B729233-A4E5-4286-907E-3ABE909BBBEB}" type="slidenum">
              <a:rPr lang="nl-NL" sz="1000" b="0" u="none" strike="noStrike" smtClean="0">
                <a:solidFill>
                  <a:srgbClr val="003741"/>
                </a:solidFill>
                <a:effectLst/>
                <a:uFillTx/>
                <a:latin typeface="Trebuchet MS Standaard"/>
              </a:rPr>
              <a:t>9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9EB5821-9A7B-C727-60CE-1521BB3984CA}"/>
              </a:ext>
            </a:extLst>
          </p:cNvPr>
          <p:cNvSpPr txBox="1"/>
          <p:nvPr/>
        </p:nvSpPr>
        <p:spPr>
          <a:xfrm>
            <a:off x="1427136" y="1039988"/>
            <a:ext cx="840018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 dirty="0" err="1"/>
              <a:t>Eligibility</a:t>
            </a:r>
            <a:endParaRPr lang="nl-NL" sz="1350" b="1" dirty="0"/>
          </a:p>
        </p:txBody>
      </p:sp>
    </p:spTree>
    <p:extLst>
      <p:ext uri="{BB962C8B-B14F-4D97-AF65-F5344CB8AC3E}">
        <p14:creationId xmlns:p14="http://schemas.microsoft.com/office/powerpoint/2010/main" val="37725357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3DA2C-E664-F22A-B305-62E755A60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088A26B-16CD-6DE9-7471-6ED28A54CE2E}"/>
              </a:ext>
            </a:extLst>
          </p:cNvPr>
          <p:cNvCxnSpPr>
            <a:cxnSpLocks/>
          </p:cNvCxnSpPr>
          <p:nvPr/>
        </p:nvCxnSpPr>
        <p:spPr>
          <a:xfrm>
            <a:off x="1847146" y="1509722"/>
            <a:ext cx="0" cy="17105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190DEB2-5D8E-615F-CEFE-1BCB90BDFED7}"/>
              </a:ext>
            </a:extLst>
          </p:cNvPr>
          <p:cNvCxnSpPr>
            <a:cxnSpLocks/>
          </p:cNvCxnSpPr>
          <p:nvPr/>
        </p:nvCxnSpPr>
        <p:spPr>
          <a:xfrm>
            <a:off x="1847146" y="1625333"/>
            <a:ext cx="2849392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51F49C42-3B7B-42A0-C5FA-C599BD2DC893}"/>
              </a:ext>
            </a:extLst>
          </p:cNvPr>
          <p:cNvSpPr/>
          <p:nvPr/>
        </p:nvSpPr>
        <p:spPr>
          <a:xfrm>
            <a:off x="1733840" y="1500946"/>
            <a:ext cx="226610" cy="22064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8E621936-1C00-29CE-192E-CBEC0C3BCC17}"/>
              </a:ext>
            </a:extLst>
          </p:cNvPr>
          <p:cNvSpPr/>
          <p:nvPr/>
        </p:nvSpPr>
        <p:spPr>
          <a:xfrm>
            <a:off x="4562362" y="1489020"/>
            <a:ext cx="268352" cy="244492"/>
          </a:xfrm>
          <a:prstGeom prst="triangl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D1042F18-2468-F0A4-AB27-950508E65C03}"/>
              </a:ext>
            </a:extLst>
          </p:cNvPr>
          <p:cNvSpPr/>
          <p:nvPr/>
        </p:nvSpPr>
        <p:spPr>
          <a:xfrm rot="5400000">
            <a:off x="3141692" y="604597"/>
            <a:ext cx="260292" cy="2849391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E85A5E-B40B-ADE4-9FB5-F6ED2A492A9D}"/>
              </a:ext>
            </a:extLst>
          </p:cNvPr>
          <p:cNvSpPr txBox="1"/>
          <p:nvPr/>
        </p:nvSpPr>
        <p:spPr>
          <a:xfrm>
            <a:off x="2453868" y="2271668"/>
            <a:ext cx="1635939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1350" b="1" dirty="0"/>
              <a:t>Time </a:t>
            </a:r>
            <a:r>
              <a:rPr lang="nl-NL" sz="1350" b="1" dirty="0" err="1"/>
              <a:t>since</a:t>
            </a:r>
            <a:r>
              <a:rPr lang="nl-NL" sz="1350" b="1" dirty="0"/>
              <a:t> </a:t>
            </a:r>
            <a:r>
              <a:rPr lang="nl-NL" sz="1350" b="1" dirty="0" err="1"/>
              <a:t>eligibility</a:t>
            </a:r>
            <a:endParaRPr lang="nl-NL" sz="135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1919F3-432D-7273-34F6-7FDC993EAE7F}"/>
              </a:ext>
            </a:extLst>
          </p:cNvPr>
          <p:cNvSpPr txBox="1"/>
          <p:nvPr/>
        </p:nvSpPr>
        <p:spPr>
          <a:xfrm>
            <a:off x="4139987" y="936114"/>
            <a:ext cx="111310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1350" b="1" dirty="0"/>
              <a:t>End of follow-up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BE8B95D-C1A0-ADE9-58DE-3B10CC018C62}"/>
              </a:ext>
            </a:extLst>
          </p:cNvPr>
          <p:cNvSpPr txBox="1">
            <a:spLocks/>
          </p:cNvSpPr>
          <p:nvPr/>
        </p:nvSpPr>
        <p:spPr>
          <a:xfrm>
            <a:off x="167054" y="173541"/>
            <a:ext cx="3746855" cy="637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4000" b="1" dirty="0"/>
              <a:t>Time </a:t>
            </a:r>
            <a:r>
              <a:rPr lang="nl-NL" sz="4000" b="1" dirty="0" err="1"/>
              <a:t>related</a:t>
            </a:r>
            <a:r>
              <a:rPr lang="nl-NL" sz="4000" b="1" dirty="0"/>
              <a:t> bias</a:t>
            </a:r>
            <a:endParaRPr lang="en-NL" sz="4000" b="1" dirty="0"/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166CEC74-63FE-801C-AF21-D1DAE4F88900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</a:pPr>
            <a:fld id="{6B729233-A4E5-4286-907E-3ABE909BBBEB}" type="slidenum">
              <a:rPr lang="nl-NL" sz="1000" b="0" u="none" strike="noStrike" smtClean="0">
                <a:solidFill>
                  <a:srgbClr val="003741"/>
                </a:solidFill>
                <a:effectLst/>
                <a:uFillTx/>
                <a:latin typeface="Trebuchet MS Standaard"/>
              </a:rPr>
              <a:t>10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1DB5D1-920F-F445-D8B2-996DEC93D306}"/>
              </a:ext>
            </a:extLst>
          </p:cNvPr>
          <p:cNvSpPr txBox="1"/>
          <p:nvPr/>
        </p:nvSpPr>
        <p:spPr>
          <a:xfrm>
            <a:off x="1427136" y="1039988"/>
            <a:ext cx="840018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 dirty="0" err="1"/>
              <a:t>Eligibility</a:t>
            </a:r>
            <a:endParaRPr lang="nl-NL" sz="1350" b="1" dirty="0"/>
          </a:p>
        </p:txBody>
      </p:sp>
    </p:spTree>
    <p:extLst>
      <p:ext uri="{BB962C8B-B14F-4D97-AF65-F5344CB8AC3E}">
        <p14:creationId xmlns:p14="http://schemas.microsoft.com/office/powerpoint/2010/main" val="34195412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83693-19FB-A374-C820-9FEFD4CA5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816D579-E959-BA16-19ED-C0D6A936FB72}"/>
              </a:ext>
            </a:extLst>
          </p:cNvPr>
          <p:cNvCxnSpPr>
            <a:cxnSpLocks/>
          </p:cNvCxnSpPr>
          <p:nvPr/>
        </p:nvCxnSpPr>
        <p:spPr>
          <a:xfrm>
            <a:off x="1847146" y="1509722"/>
            <a:ext cx="0" cy="17105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D27FE2A-1A5A-4A89-8A8F-B1CC73A3546C}"/>
              </a:ext>
            </a:extLst>
          </p:cNvPr>
          <p:cNvCxnSpPr>
            <a:cxnSpLocks/>
          </p:cNvCxnSpPr>
          <p:nvPr/>
        </p:nvCxnSpPr>
        <p:spPr>
          <a:xfrm>
            <a:off x="1847146" y="1625333"/>
            <a:ext cx="2849392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88210436-7514-D632-3A0B-E100CC041DA2}"/>
              </a:ext>
            </a:extLst>
          </p:cNvPr>
          <p:cNvSpPr/>
          <p:nvPr/>
        </p:nvSpPr>
        <p:spPr>
          <a:xfrm>
            <a:off x="1733840" y="1500946"/>
            <a:ext cx="226610" cy="22064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B07CA9D9-8767-3D88-7E59-5D66EFE8359F}"/>
              </a:ext>
            </a:extLst>
          </p:cNvPr>
          <p:cNvSpPr/>
          <p:nvPr/>
        </p:nvSpPr>
        <p:spPr>
          <a:xfrm>
            <a:off x="4562362" y="1489020"/>
            <a:ext cx="268352" cy="244492"/>
          </a:xfrm>
          <a:prstGeom prst="triangl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B0005BE8-6C32-ED94-302F-81DAA2F497F7}"/>
              </a:ext>
            </a:extLst>
          </p:cNvPr>
          <p:cNvSpPr/>
          <p:nvPr/>
        </p:nvSpPr>
        <p:spPr>
          <a:xfrm rot="5400000">
            <a:off x="3141692" y="604597"/>
            <a:ext cx="260292" cy="2849391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96F67A-E7A1-853E-990C-8B63BC593244}"/>
              </a:ext>
            </a:extLst>
          </p:cNvPr>
          <p:cNvSpPr txBox="1"/>
          <p:nvPr/>
        </p:nvSpPr>
        <p:spPr>
          <a:xfrm>
            <a:off x="4139987" y="936114"/>
            <a:ext cx="111310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1350" b="1" dirty="0"/>
              <a:t>End of follow-up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FD9300D-6591-B8C2-0810-9CA9BA815BB6}"/>
              </a:ext>
            </a:extLst>
          </p:cNvPr>
          <p:cNvCxnSpPr>
            <a:cxnSpLocks/>
          </p:cNvCxnSpPr>
          <p:nvPr/>
        </p:nvCxnSpPr>
        <p:spPr>
          <a:xfrm>
            <a:off x="1867720" y="3376048"/>
            <a:ext cx="0" cy="17105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53FDA8A-D055-96FF-685E-EBB93FF83261}"/>
              </a:ext>
            </a:extLst>
          </p:cNvPr>
          <p:cNvCxnSpPr>
            <a:cxnSpLocks/>
          </p:cNvCxnSpPr>
          <p:nvPr/>
        </p:nvCxnSpPr>
        <p:spPr>
          <a:xfrm>
            <a:off x="1867720" y="3461577"/>
            <a:ext cx="198270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E284D1D-145E-3A13-A42E-E897C8A08223}"/>
              </a:ext>
            </a:extLst>
          </p:cNvPr>
          <p:cNvCxnSpPr>
            <a:cxnSpLocks/>
          </p:cNvCxnSpPr>
          <p:nvPr/>
        </p:nvCxnSpPr>
        <p:spPr>
          <a:xfrm>
            <a:off x="3850420" y="3386772"/>
            <a:ext cx="0" cy="17105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E23E7BC-EEF4-359B-3CF5-512FF9CDD18C}"/>
              </a:ext>
            </a:extLst>
          </p:cNvPr>
          <p:cNvCxnSpPr>
            <a:cxnSpLocks/>
          </p:cNvCxnSpPr>
          <p:nvPr/>
        </p:nvCxnSpPr>
        <p:spPr>
          <a:xfrm>
            <a:off x="3850420" y="3461577"/>
            <a:ext cx="2870420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3CA27245-CA71-342F-7439-3DC890AFED76}"/>
              </a:ext>
            </a:extLst>
          </p:cNvPr>
          <p:cNvSpPr/>
          <p:nvPr/>
        </p:nvSpPr>
        <p:spPr>
          <a:xfrm>
            <a:off x="1754414" y="3337190"/>
            <a:ext cx="226610" cy="22064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3910678-01D4-F1F7-40B1-D34C4495BA21}"/>
              </a:ext>
            </a:extLst>
          </p:cNvPr>
          <p:cNvSpPr/>
          <p:nvPr/>
        </p:nvSpPr>
        <p:spPr>
          <a:xfrm>
            <a:off x="3737123" y="3356689"/>
            <a:ext cx="226595" cy="231224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461D3723-CD5A-34F9-5E33-8BF5C48A661A}"/>
              </a:ext>
            </a:extLst>
          </p:cNvPr>
          <p:cNvSpPr/>
          <p:nvPr/>
        </p:nvSpPr>
        <p:spPr>
          <a:xfrm>
            <a:off x="6586664" y="3332697"/>
            <a:ext cx="268352" cy="244492"/>
          </a:xfrm>
          <a:prstGeom prst="triangl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F85DE61-7E9B-29BF-E4C1-1E6755FBED7E}"/>
              </a:ext>
            </a:extLst>
          </p:cNvPr>
          <p:cNvSpPr txBox="1">
            <a:spLocks/>
          </p:cNvSpPr>
          <p:nvPr/>
        </p:nvSpPr>
        <p:spPr>
          <a:xfrm>
            <a:off x="167054" y="173541"/>
            <a:ext cx="3746855" cy="637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4000" b="1" dirty="0"/>
              <a:t>Time </a:t>
            </a:r>
            <a:r>
              <a:rPr lang="nl-NL" sz="4000" b="1" dirty="0" err="1"/>
              <a:t>related</a:t>
            </a:r>
            <a:r>
              <a:rPr lang="nl-NL" sz="4000" b="1" dirty="0"/>
              <a:t> bias</a:t>
            </a:r>
            <a:endParaRPr lang="en-NL" sz="40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9912A9-F3E6-9951-890E-9F1FEF8BD0C6}"/>
              </a:ext>
            </a:extLst>
          </p:cNvPr>
          <p:cNvSpPr txBox="1"/>
          <p:nvPr/>
        </p:nvSpPr>
        <p:spPr>
          <a:xfrm>
            <a:off x="6163569" y="2745571"/>
            <a:ext cx="111310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1350" b="1" dirty="0"/>
              <a:t>End of follow-up</a:t>
            </a:r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BF516A54-DCF3-C5D2-A73E-0CFB9EEB8CF0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</a:pPr>
            <a:fld id="{6B729233-A4E5-4286-907E-3ABE909BBBEB}" type="slidenum">
              <a:rPr lang="nl-NL" sz="1000" b="0" u="none" strike="noStrike" smtClean="0">
                <a:solidFill>
                  <a:srgbClr val="003741"/>
                </a:solidFill>
                <a:effectLst/>
                <a:uFillTx/>
                <a:latin typeface="Trebuchet MS Standaard"/>
              </a:rPr>
              <a:t>11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EFB1B9A-CC3B-E410-46F8-1402A9DA9935}"/>
              </a:ext>
            </a:extLst>
          </p:cNvPr>
          <p:cNvSpPr txBox="1"/>
          <p:nvPr/>
        </p:nvSpPr>
        <p:spPr>
          <a:xfrm>
            <a:off x="3293869" y="2745571"/>
            <a:ext cx="111310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1350" b="1" dirty="0" err="1"/>
              <a:t>Beginning</a:t>
            </a:r>
            <a:r>
              <a:rPr lang="nl-NL" sz="1350" b="1" dirty="0"/>
              <a:t> of treatment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981C91A-3253-C73D-37CD-764C75ADED4E}"/>
              </a:ext>
            </a:extLst>
          </p:cNvPr>
          <p:cNvSpPr txBox="1"/>
          <p:nvPr/>
        </p:nvSpPr>
        <p:spPr>
          <a:xfrm>
            <a:off x="2453868" y="2271668"/>
            <a:ext cx="1635939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1350" b="1" dirty="0"/>
              <a:t>Time </a:t>
            </a:r>
            <a:r>
              <a:rPr lang="nl-NL" sz="1350" b="1" dirty="0" err="1"/>
              <a:t>since</a:t>
            </a:r>
            <a:r>
              <a:rPr lang="nl-NL" sz="1350" b="1" dirty="0"/>
              <a:t> </a:t>
            </a:r>
            <a:r>
              <a:rPr lang="nl-NL" sz="1350" b="1" dirty="0" err="1"/>
              <a:t>eligibility</a:t>
            </a:r>
            <a:endParaRPr lang="nl-NL" sz="135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2FC8F8C-7946-B215-A280-DE2760AE5737}"/>
              </a:ext>
            </a:extLst>
          </p:cNvPr>
          <p:cNvSpPr txBox="1"/>
          <p:nvPr/>
        </p:nvSpPr>
        <p:spPr>
          <a:xfrm>
            <a:off x="1427136" y="1039988"/>
            <a:ext cx="840018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 dirty="0" err="1"/>
              <a:t>Eligibility</a:t>
            </a:r>
            <a:endParaRPr lang="nl-NL" sz="135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AC91ED-AEA3-4BBA-EB2C-1492440C5E33}"/>
              </a:ext>
            </a:extLst>
          </p:cNvPr>
          <p:cNvSpPr txBox="1"/>
          <p:nvPr/>
        </p:nvSpPr>
        <p:spPr>
          <a:xfrm>
            <a:off x="1447320" y="2849445"/>
            <a:ext cx="840018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 dirty="0" err="1"/>
              <a:t>Eligibility</a:t>
            </a:r>
            <a:endParaRPr lang="nl-NL" sz="1350" b="1" dirty="0"/>
          </a:p>
        </p:txBody>
      </p:sp>
    </p:spTree>
    <p:extLst>
      <p:ext uri="{BB962C8B-B14F-4D97-AF65-F5344CB8AC3E}">
        <p14:creationId xmlns:p14="http://schemas.microsoft.com/office/powerpoint/2010/main" val="28446830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01681-D437-8CF2-691E-8443B54F2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22E8F80-ABFB-7728-7CCB-84CA48073C4E}"/>
              </a:ext>
            </a:extLst>
          </p:cNvPr>
          <p:cNvCxnSpPr>
            <a:cxnSpLocks/>
          </p:cNvCxnSpPr>
          <p:nvPr/>
        </p:nvCxnSpPr>
        <p:spPr>
          <a:xfrm>
            <a:off x="1847146" y="1509722"/>
            <a:ext cx="0" cy="17105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3514CF2-E2D7-9286-331E-2BABA5840E33}"/>
              </a:ext>
            </a:extLst>
          </p:cNvPr>
          <p:cNvCxnSpPr>
            <a:cxnSpLocks/>
          </p:cNvCxnSpPr>
          <p:nvPr/>
        </p:nvCxnSpPr>
        <p:spPr>
          <a:xfrm>
            <a:off x="1847146" y="1625333"/>
            <a:ext cx="2849392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0E3059C4-2152-283A-0140-11A27F906CC1}"/>
              </a:ext>
            </a:extLst>
          </p:cNvPr>
          <p:cNvSpPr/>
          <p:nvPr/>
        </p:nvSpPr>
        <p:spPr>
          <a:xfrm>
            <a:off x="1733840" y="1500946"/>
            <a:ext cx="226610" cy="22064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26FD02C6-6679-E5A7-9293-3CC137141424}"/>
              </a:ext>
            </a:extLst>
          </p:cNvPr>
          <p:cNvSpPr/>
          <p:nvPr/>
        </p:nvSpPr>
        <p:spPr>
          <a:xfrm>
            <a:off x="4562362" y="1489020"/>
            <a:ext cx="268352" cy="244492"/>
          </a:xfrm>
          <a:prstGeom prst="triangl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0763A4E2-D821-08EC-8F1D-FCA3B94F66BA}"/>
              </a:ext>
            </a:extLst>
          </p:cNvPr>
          <p:cNvSpPr/>
          <p:nvPr/>
        </p:nvSpPr>
        <p:spPr>
          <a:xfrm rot="5400000">
            <a:off x="3141692" y="604597"/>
            <a:ext cx="260292" cy="2849391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3D4219-AD45-3333-AC1E-71845BD3D64D}"/>
              </a:ext>
            </a:extLst>
          </p:cNvPr>
          <p:cNvSpPr txBox="1"/>
          <p:nvPr/>
        </p:nvSpPr>
        <p:spPr>
          <a:xfrm>
            <a:off x="4139987" y="936114"/>
            <a:ext cx="111310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1350" b="1" dirty="0"/>
              <a:t>End of follow-up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23C9605-552F-BCD0-E8AD-AF5CFF5FE635}"/>
              </a:ext>
            </a:extLst>
          </p:cNvPr>
          <p:cNvCxnSpPr>
            <a:cxnSpLocks/>
          </p:cNvCxnSpPr>
          <p:nvPr/>
        </p:nvCxnSpPr>
        <p:spPr>
          <a:xfrm>
            <a:off x="1867720" y="3376048"/>
            <a:ext cx="0" cy="17105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ED34BDA-3AE1-8307-5671-75343D6856BC}"/>
              </a:ext>
            </a:extLst>
          </p:cNvPr>
          <p:cNvCxnSpPr>
            <a:cxnSpLocks/>
          </p:cNvCxnSpPr>
          <p:nvPr/>
        </p:nvCxnSpPr>
        <p:spPr>
          <a:xfrm>
            <a:off x="1867720" y="3461577"/>
            <a:ext cx="1982700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908E0D7-2881-1C25-093A-09687C3874DD}"/>
              </a:ext>
            </a:extLst>
          </p:cNvPr>
          <p:cNvCxnSpPr>
            <a:cxnSpLocks/>
          </p:cNvCxnSpPr>
          <p:nvPr/>
        </p:nvCxnSpPr>
        <p:spPr>
          <a:xfrm>
            <a:off x="3850420" y="3386772"/>
            <a:ext cx="0" cy="17105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331399A-AE47-A870-D7F3-87D5F0E9C0A6}"/>
              </a:ext>
            </a:extLst>
          </p:cNvPr>
          <p:cNvCxnSpPr>
            <a:cxnSpLocks/>
          </p:cNvCxnSpPr>
          <p:nvPr/>
        </p:nvCxnSpPr>
        <p:spPr>
          <a:xfrm>
            <a:off x="3850420" y="3461577"/>
            <a:ext cx="2870420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945D1B32-7CA2-CF25-E183-5FEEDF5D10D3}"/>
              </a:ext>
            </a:extLst>
          </p:cNvPr>
          <p:cNvSpPr/>
          <p:nvPr/>
        </p:nvSpPr>
        <p:spPr>
          <a:xfrm>
            <a:off x="1754414" y="3337190"/>
            <a:ext cx="226610" cy="220640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096179B-15CA-5CBD-7A55-4F5B91D39ABD}"/>
              </a:ext>
            </a:extLst>
          </p:cNvPr>
          <p:cNvSpPr/>
          <p:nvPr/>
        </p:nvSpPr>
        <p:spPr>
          <a:xfrm>
            <a:off x="3737123" y="3356689"/>
            <a:ext cx="226595" cy="231224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565D4A28-B423-CE06-5B1A-8CFDD7F375BB}"/>
              </a:ext>
            </a:extLst>
          </p:cNvPr>
          <p:cNvSpPr/>
          <p:nvPr/>
        </p:nvSpPr>
        <p:spPr>
          <a:xfrm>
            <a:off x="6586664" y="3332697"/>
            <a:ext cx="268352" cy="244492"/>
          </a:xfrm>
          <a:prstGeom prst="triangl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D998BF6B-4BD7-6B21-65A1-D0EFA990D8DF}"/>
              </a:ext>
            </a:extLst>
          </p:cNvPr>
          <p:cNvSpPr/>
          <p:nvPr/>
        </p:nvSpPr>
        <p:spPr>
          <a:xfrm rot="5400000">
            <a:off x="2761039" y="2956856"/>
            <a:ext cx="220640" cy="1731529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469EACF-BD53-664A-D05A-25A66D3CF990}"/>
              </a:ext>
            </a:extLst>
          </p:cNvPr>
          <p:cNvSpPr txBox="1"/>
          <p:nvPr/>
        </p:nvSpPr>
        <p:spPr>
          <a:xfrm>
            <a:off x="2236506" y="4045162"/>
            <a:ext cx="1269704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 err="1"/>
              <a:t>Immortal</a:t>
            </a:r>
            <a:r>
              <a:rPr lang="nl-NL" sz="1350" b="1"/>
              <a:t> time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DE8C3FE-7D30-3713-5C97-C63568F1B975}"/>
              </a:ext>
            </a:extLst>
          </p:cNvPr>
          <p:cNvSpPr txBox="1">
            <a:spLocks/>
          </p:cNvSpPr>
          <p:nvPr/>
        </p:nvSpPr>
        <p:spPr>
          <a:xfrm>
            <a:off x="167054" y="173541"/>
            <a:ext cx="3746855" cy="637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4000" b="1" dirty="0"/>
              <a:t>Time </a:t>
            </a:r>
            <a:r>
              <a:rPr lang="nl-NL" sz="4000" b="1" dirty="0" err="1"/>
              <a:t>related</a:t>
            </a:r>
            <a:r>
              <a:rPr lang="nl-NL" sz="4000" b="1" dirty="0"/>
              <a:t> bias</a:t>
            </a:r>
            <a:endParaRPr lang="en-NL" sz="40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A6E7CB8-16AA-F2C1-C6D1-8E7A9AA0BFC3}"/>
              </a:ext>
            </a:extLst>
          </p:cNvPr>
          <p:cNvSpPr txBox="1"/>
          <p:nvPr/>
        </p:nvSpPr>
        <p:spPr>
          <a:xfrm>
            <a:off x="6163569" y="2745571"/>
            <a:ext cx="111310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1350" b="1" dirty="0"/>
              <a:t>End of follow-up</a:t>
            </a:r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3449536D-FA7C-8686-7856-EB138CB4A3C5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</a:pPr>
            <a:fld id="{6B729233-A4E5-4286-907E-3ABE909BBBEB}" type="slidenum">
              <a:rPr lang="nl-NL" sz="1000" b="0" u="none" strike="noStrike" smtClean="0">
                <a:solidFill>
                  <a:srgbClr val="003741"/>
                </a:solidFill>
                <a:effectLst/>
                <a:uFillTx/>
                <a:latin typeface="Trebuchet MS Standaard"/>
              </a:rPr>
              <a:t>12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2A80E7F-9F00-B644-A6FC-8656AF60E8D3}"/>
              </a:ext>
            </a:extLst>
          </p:cNvPr>
          <p:cNvSpPr txBox="1"/>
          <p:nvPr/>
        </p:nvSpPr>
        <p:spPr>
          <a:xfrm>
            <a:off x="3293869" y="2745571"/>
            <a:ext cx="111310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1350" b="1" dirty="0" err="1"/>
              <a:t>Beginning</a:t>
            </a:r>
            <a:r>
              <a:rPr lang="nl-NL" sz="1350" b="1" dirty="0"/>
              <a:t> of treatment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44B8C8-B54A-9772-7311-52179BDA4320}"/>
              </a:ext>
            </a:extLst>
          </p:cNvPr>
          <p:cNvSpPr txBox="1"/>
          <p:nvPr/>
        </p:nvSpPr>
        <p:spPr>
          <a:xfrm>
            <a:off x="2453868" y="2271668"/>
            <a:ext cx="1635939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1350" b="1" dirty="0"/>
              <a:t>Time </a:t>
            </a:r>
            <a:r>
              <a:rPr lang="nl-NL" sz="1350" b="1" dirty="0" err="1"/>
              <a:t>since</a:t>
            </a:r>
            <a:r>
              <a:rPr lang="nl-NL" sz="1350" b="1" dirty="0"/>
              <a:t> </a:t>
            </a:r>
            <a:r>
              <a:rPr lang="nl-NL" sz="1350" b="1" dirty="0" err="1"/>
              <a:t>eligibility</a:t>
            </a:r>
            <a:endParaRPr lang="nl-NL" sz="135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21BEBF5-8C8F-B87E-9172-8FEBAF8CBE56}"/>
              </a:ext>
            </a:extLst>
          </p:cNvPr>
          <p:cNvSpPr txBox="1"/>
          <p:nvPr/>
        </p:nvSpPr>
        <p:spPr>
          <a:xfrm>
            <a:off x="1427136" y="1039988"/>
            <a:ext cx="840018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 dirty="0" err="1"/>
              <a:t>Eligibility</a:t>
            </a:r>
            <a:endParaRPr lang="nl-NL" sz="1350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8DA6897-F332-D2DA-4DEF-7BF6B5DAF0E9}"/>
              </a:ext>
            </a:extLst>
          </p:cNvPr>
          <p:cNvSpPr txBox="1"/>
          <p:nvPr/>
        </p:nvSpPr>
        <p:spPr>
          <a:xfrm>
            <a:off x="1447320" y="2849445"/>
            <a:ext cx="840018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 dirty="0" err="1"/>
              <a:t>Eligibility</a:t>
            </a:r>
            <a:endParaRPr lang="nl-NL" sz="1350" b="1" dirty="0"/>
          </a:p>
        </p:txBody>
      </p:sp>
    </p:spTree>
    <p:extLst>
      <p:ext uri="{BB962C8B-B14F-4D97-AF65-F5344CB8AC3E}">
        <p14:creationId xmlns:p14="http://schemas.microsoft.com/office/powerpoint/2010/main" val="25069210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00695-87A0-F221-4AF8-A354A4D10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1879ADF-B12B-634D-6818-443C1734A05D}"/>
              </a:ext>
            </a:extLst>
          </p:cNvPr>
          <p:cNvCxnSpPr>
            <a:cxnSpLocks/>
          </p:cNvCxnSpPr>
          <p:nvPr/>
        </p:nvCxnSpPr>
        <p:spPr>
          <a:xfrm>
            <a:off x="1847146" y="1509722"/>
            <a:ext cx="0" cy="17105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499961F-DA57-D83E-E299-ED4D3117BF78}"/>
              </a:ext>
            </a:extLst>
          </p:cNvPr>
          <p:cNvCxnSpPr>
            <a:cxnSpLocks/>
          </p:cNvCxnSpPr>
          <p:nvPr/>
        </p:nvCxnSpPr>
        <p:spPr>
          <a:xfrm>
            <a:off x="1847146" y="1625333"/>
            <a:ext cx="2849392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28EBB59A-AE92-D802-ABA0-738AE67FC773}"/>
              </a:ext>
            </a:extLst>
          </p:cNvPr>
          <p:cNvSpPr/>
          <p:nvPr/>
        </p:nvSpPr>
        <p:spPr>
          <a:xfrm>
            <a:off x="1733840" y="1500946"/>
            <a:ext cx="226610" cy="22064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EEC14184-A63E-B1F9-603D-7692EF647E6A}"/>
              </a:ext>
            </a:extLst>
          </p:cNvPr>
          <p:cNvSpPr/>
          <p:nvPr/>
        </p:nvSpPr>
        <p:spPr>
          <a:xfrm>
            <a:off x="4562362" y="1489020"/>
            <a:ext cx="268352" cy="244492"/>
          </a:xfrm>
          <a:prstGeom prst="triangl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BBDE2B12-F039-AB56-5594-C50E148CF69A}"/>
              </a:ext>
            </a:extLst>
          </p:cNvPr>
          <p:cNvSpPr/>
          <p:nvPr/>
        </p:nvSpPr>
        <p:spPr>
          <a:xfrm rot="5400000">
            <a:off x="3141692" y="604597"/>
            <a:ext cx="260292" cy="2849391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04A16D-3495-B662-A1EB-AC08D3BD89E2}"/>
              </a:ext>
            </a:extLst>
          </p:cNvPr>
          <p:cNvSpPr txBox="1"/>
          <p:nvPr/>
        </p:nvSpPr>
        <p:spPr>
          <a:xfrm>
            <a:off x="4139987" y="936114"/>
            <a:ext cx="111310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1350" b="1" dirty="0"/>
              <a:t>End of follow-up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02CFFCB-9F5D-7A51-3B01-4F57D5F8E8FA}"/>
              </a:ext>
            </a:extLst>
          </p:cNvPr>
          <p:cNvCxnSpPr>
            <a:cxnSpLocks/>
          </p:cNvCxnSpPr>
          <p:nvPr/>
        </p:nvCxnSpPr>
        <p:spPr>
          <a:xfrm>
            <a:off x="3850420" y="3386772"/>
            <a:ext cx="0" cy="17105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C018255-14B7-95D2-EAE8-13F8BC065C56}"/>
              </a:ext>
            </a:extLst>
          </p:cNvPr>
          <p:cNvCxnSpPr>
            <a:cxnSpLocks/>
          </p:cNvCxnSpPr>
          <p:nvPr/>
        </p:nvCxnSpPr>
        <p:spPr>
          <a:xfrm>
            <a:off x="3850420" y="3461577"/>
            <a:ext cx="2870420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4BFD248A-9EB0-589B-0301-B59F38F9F261}"/>
              </a:ext>
            </a:extLst>
          </p:cNvPr>
          <p:cNvSpPr/>
          <p:nvPr/>
        </p:nvSpPr>
        <p:spPr>
          <a:xfrm>
            <a:off x="3737123" y="3356689"/>
            <a:ext cx="226595" cy="231224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5834E0BC-65FF-2980-69B7-F9835522A96D}"/>
              </a:ext>
            </a:extLst>
          </p:cNvPr>
          <p:cNvSpPr/>
          <p:nvPr/>
        </p:nvSpPr>
        <p:spPr>
          <a:xfrm>
            <a:off x="6586664" y="3332697"/>
            <a:ext cx="268352" cy="244492"/>
          </a:xfrm>
          <a:prstGeom prst="triangl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937D0DD-E9B7-B6E2-F966-052400B02E74}"/>
              </a:ext>
            </a:extLst>
          </p:cNvPr>
          <p:cNvSpPr txBox="1">
            <a:spLocks/>
          </p:cNvSpPr>
          <p:nvPr/>
        </p:nvSpPr>
        <p:spPr>
          <a:xfrm>
            <a:off x="167054" y="173541"/>
            <a:ext cx="3746855" cy="637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4000" b="1" dirty="0"/>
              <a:t>Time </a:t>
            </a:r>
            <a:r>
              <a:rPr lang="nl-NL" sz="4000" b="1" dirty="0" err="1"/>
              <a:t>related</a:t>
            </a:r>
            <a:r>
              <a:rPr lang="nl-NL" sz="4000" b="1" dirty="0"/>
              <a:t> bias</a:t>
            </a:r>
            <a:endParaRPr lang="en-NL" sz="40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7A5473-8B62-15CA-0BCE-95988E98119B}"/>
              </a:ext>
            </a:extLst>
          </p:cNvPr>
          <p:cNvSpPr txBox="1"/>
          <p:nvPr/>
        </p:nvSpPr>
        <p:spPr>
          <a:xfrm>
            <a:off x="6163569" y="2745571"/>
            <a:ext cx="111310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1350" b="1" dirty="0"/>
              <a:t>End of follow-up</a:t>
            </a:r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5ED2EE07-8DDC-D262-D381-5556E49FDA0A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</a:pPr>
            <a:fld id="{6B729233-A4E5-4286-907E-3ABE909BBBEB}" type="slidenum">
              <a:rPr lang="nl-NL" sz="1000" b="0" u="none" strike="noStrike" smtClean="0">
                <a:solidFill>
                  <a:srgbClr val="003741"/>
                </a:solidFill>
                <a:effectLst/>
                <a:uFillTx/>
                <a:latin typeface="Trebuchet MS Standaard"/>
              </a:rPr>
              <a:t>13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BFA8FE4-EA82-1178-0158-F0530D2BC538}"/>
              </a:ext>
            </a:extLst>
          </p:cNvPr>
          <p:cNvSpPr txBox="1"/>
          <p:nvPr/>
        </p:nvSpPr>
        <p:spPr>
          <a:xfrm>
            <a:off x="3407167" y="2858033"/>
            <a:ext cx="887570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 dirty="0"/>
              <a:t>Time zero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7BBED0-4E2C-6D97-240C-7B084AF6B22D}"/>
              </a:ext>
            </a:extLst>
          </p:cNvPr>
          <p:cNvSpPr txBox="1"/>
          <p:nvPr/>
        </p:nvSpPr>
        <p:spPr>
          <a:xfrm>
            <a:off x="2453868" y="2271668"/>
            <a:ext cx="1635939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1350" b="1" dirty="0"/>
              <a:t>Time </a:t>
            </a:r>
            <a:r>
              <a:rPr lang="nl-NL" sz="1350" b="1" dirty="0" err="1"/>
              <a:t>since</a:t>
            </a:r>
            <a:r>
              <a:rPr lang="nl-NL" sz="1350" b="1" dirty="0"/>
              <a:t> </a:t>
            </a:r>
            <a:r>
              <a:rPr lang="nl-NL" sz="1350" b="1" dirty="0" err="1"/>
              <a:t>eligibility</a:t>
            </a:r>
            <a:endParaRPr lang="nl-NL" sz="135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E7E17C2-D191-F9FA-CBBC-FD065FDFB1F6}"/>
              </a:ext>
            </a:extLst>
          </p:cNvPr>
          <p:cNvSpPr txBox="1"/>
          <p:nvPr/>
        </p:nvSpPr>
        <p:spPr>
          <a:xfrm>
            <a:off x="1427136" y="1039988"/>
            <a:ext cx="840018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 dirty="0" err="1"/>
              <a:t>Eligibility</a:t>
            </a:r>
            <a:endParaRPr lang="nl-NL" sz="1350" b="1" dirty="0"/>
          </a:p>
        </p:txBody>
      </p:sp>
    </p:spTree>
    <p:extLst>
      <p:ext uri="{BB962C8B-B14F-4D97-AF65-F5344CB8AC3E}">
        <p14:creationId xmlns:p14="http://schemas.microsoft.com/office/powerpoint/2010/main" val="4673793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E4D5D-B880-66B3-16E8-77C6C357F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DDF0181-93B7-C83A-134B-B6E219AE56F8}"/>
              </a:ext>
            </a:extLst>
          </p:cNvPr>
          <p:cNvCxnSpPr>
            <a:cxnSpLocks/>
          </p:cNvCxnSpPr>
          <p:nvPr/>
        </p:nvCxnSpPr>
        <p:spPr>
          <a:xfrm>
            <a:off x="1847146" y="1509722"/>
            <a:ext cx="0" cy="17105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2ED8A3F-5C8A-B4D6-6198-514392B13B43}"/>
              </a:ext>
            </a:extLst>
          </p:cNvPr>
          <p:cNvCxnSpPr>
            <a:cxnSpLocks/>
          </p:cNvCxnSpPr>
          <p:nvPr/>
        </p:nvCxnSpPr>
        <p:spPr>
          <a:xfrm>
            <a:off x="1847146" y="1625333"/>
            <a:ext cx="2849392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537383AF-C9EF-50B6-2DD5-E5298D087E78}"/>
              </a:ext>
            </a:extLst>
          </p:cNvPr>
          <p:cNvSpPr/>
          <p:nvPr/>
        </p:nvSpPr>
        <p:spPr>
          <a:xfrm>
            <a:off x="1733840" y="1500946"/>
            <a:ext cx="226610" cy="22064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BFE25862-925B-8A69-2030-134A0197B2EC}"/>
              </a:ext>
            </a:extLst>
          </p:cNvPr>
          <p:cNvSpPr/>
          <p:nvPr/>
        </p:nvSpPr>
        <p:spPr>
          <a:xfrm>
            <a:off x="4562362" y="1489020"/>
            <a:ext cx="268352" cy="244492"/>
          </a:xfrm>
          <a:prstGeom prst="triangl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31D972-5B70-BCF8-E4DB-AD6FC64CB598}"/>
              </a:ext>
            </a:extLst>
          </p:cNvPr>
          <p:cNvSpPr txBox="1"/>
          <p:nvPr/>
        </p:nvSpPr>
        <p:spPr>
          <a:xfrm>
            <a:off x="4139987" y="936114"/>
            <a:ext cx="111310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1350" b="1" dirty="0"/>
              <a:t>End of follow-up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F89F407-3B2C-4783-E421-33BF4449E606}"/>
              </a:ext>
            </a:extLst>
          </p:cNvPr>
          <p:cNvCxnSpPr>
            <a:cxnSpLocks/>
          </p:cNvCxnSpPr>
          <p:nvPr/>
        </p:nvCxnSpPr>
        <p:spPr>
          <a:xfrm>
            <a:off x="3850420" y="3386772"/>
            <a:ext cx="0" cy="17105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D0633D8-1917-F1BE-8A80-BCF28DBE89C5}"/>
              </a:ext>
            </a:extLst>
          </p:cNvPr>
          <p:cNvCxnSpPr>
            <a:cxnSpLocks/>
          </p:cNvCxnSpPr>
          <p:nvPr/>
        </p:nvCxnSpPr>
        <p:spPr>
          <a:xfrm>
            <a:off x="3850420" y="3461577"/>
            <a:ext cx="2870420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0D5BBE9D-7204-A6FE-676B-E95376FED886}"/>
              </a:ext>
            </a:extLst>
          </p:cNvPr>
          <p:cNvSpPr/>
          <p:nvPr/>
        </p:nvSpPr>
        <p:spPr>
          <a:xfrm>
            <a:off x="3737123" y="3356689"/>
            <a:ext cx="226595" cy="231224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B172DD4F-CD7F-C80C-7E04-DF18B5E8EA34}"/>
              </a:ext>
            </a:extLst>
          </p:cNvPr>
          <p:cNvSpPr/>
          <p:nvPr/>
        </p:nvSpPr>
        <p:spPr>
          <a:xfrm>
            <a:off x="6586664" y="3332697"/>
            <a:ext cx="268352" cy="244492"/>
          </a:xfrm>
          <a:prstGeom prst="triangl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B6CA2E05-C3D5-054A-70FC-23CC9C4C6B10}"/>
              </a:ext>
            </a:extLst>
          </p:cNvPr>
          <p:cNvSpPr txBox="1">
            <a:spLocks/>
          </p:cNvSpPr>
          <p:nvPr/>
        </p:nvSpPr>
        <p:spPr>
          <a:xfrm>
            <a:off x="167054" y="173541"/>
            <a:ext cx="3746855" cy="637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4000" b="1" dirty="0"/>
              <a:t>Time </a:t>
            </a:r>
            <a:r>
              <a:rPr lang="nl-NL" sz="4000" b="1" dirty="0" err="1"/>
              <a:t>related</a:t>
            </a:r>
            <a:r>
              <a:rPr lang="nl-NL" sz="4000" b="1" dirty="0"/>
              <a:t> bias</a:t>
            </a:r>
            <a:endParaRPr lang="en-NL" sz="40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89DB3D5-274D-E890-F0FA-849E053C1DE6}"/>
              </a:ext>
            </a:extLst>
          </p:cNvPr>
          <p:cNvSpPr txBox="1"/>
          <p:nvPr/>
        </p:nvSpPr>
        <p:spPr>
          <a:xfrm>
            <a:off x="6163569" y="2745571"/>
            <a:ext cx="111310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1350" b="1" dirty="0"/>
              <a:t>End of follow-up</a:t>
            </a:r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C3AA0CA3-F0B2-9267-92D1-961DD4F24ADA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</a:pPr>
            <a:fld id="{6B729233-A4E5-4286-907E-3ABE909BBBEB}" type="slidenum">
              <a:rPr lang="nl-NL" sz="1000" b="0" u="none" strike="noStrike" smtClean="0">
                <a:solidFill>
                  <a:srgbClr val="003741"/>
                </a:solidFill>
                <a:effectLst/>
                <a:uFillTx/>
                <a:latin typeface="Trebuchet MS Standaard"/>
              </a:rPr>
              <a:t>14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4D8490-A7B5-81F7-892D-53E2A2CE41EF}"/>
              </a:ext>
            </a:extLst>
          </p:cNvPr>
          <p:cNvSpPr txBox="1"/>
          <p:nvPr/>
        </p:nvSpPr>
        <p:spPr>
          <a:xfrm>
            <a:off x="3407167" y="2858033"/>
            <a:ext cx="887570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 dirty="0"/>
              <a:t>Time zero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B4DFF4-C125-9196-AA0C-63B3D348BD5E}"/>
              </a:ext>
            </a:extLst>
          </p:cNvPr>
          <p:cNvSpPr txBox="1"/>
          <p:nvPr/>
        </p:nvSpPr>
        <p:spPr>
          <a:xfrm>
            <a:off x="3105194" y="948464"/>
            <a:ext cx="33328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3000" b="1" dirty="0"/>
              <a:t>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618852-A9D3-1B9F-35C7-82E4D0D67D31}"/>
              </a:ext>
            </a:extLst>
          </p:cNvPr>
          <p:cNvSpPr txBox="1"/>
          <p:nvPr/>
        </p:nvSpPr>
        <p:spPr>
          <a:xfrm>
            <a:off x="1427136" y="1039988"/>
            <a:ext cx="840018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 dirty="0" err="1"/>
              <a:t>Eligibility</a:t>
            </a:r>
            <a:endParaRPr lang="nl-NL" sz="1350" b="1" dirty="0"/>
          </a:p>
        </p:txBody>
      </p:sp>
    </p:spTree>
    <p:extLst>
      <p:ext uri="{BB962C8B-B14F-4D97-AF65-F5344CB8AC3E}">
        <p14:creationId xmlns:p14="http://schemas.microsoft.com/office/powerpoint/2010/main" val="25913170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FBB01-1063-7C1C-B447-06364C1BA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70CD1C1-EC58-B5D8-F700-BD8E5DD3DF9C}"/>
              </a:ext>
            </a:extLst>
          </p:cNvPr>
          <p:cNvSpPr txBox="1"/>
          <p:nvPr/>
        </p:nvSpPr>
        <p:spPr>
          <a:xfrm>
            <a:off x="167054" y="1339527"/>
            <a:ext cx="201563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500" b="1" dirty="0"/>
              <a:t>Database timeline</a:t>
            </a:r>
            <a:endParaRPr lang="en-NL" sz="15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9ECE34-40B3-E0F5-8D6B-DD6765E54467}"/>
              </a:ext>
            </a:extLst>
          </p:cNvPr>
          <p:cNvSpPr txBox="1"/>
          <p:nvPr/>
        </p:nvSpPr>
        <p:spPr>
          <a:xfrm>
            <a:off x="6273025" y="1339527"/>
            <a:ext cx="232369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500" b="1"/>
              <a:t>Re-</a:t>
            </a:r>
            <a:r>
              <a:rPr lang="nl-NL" sz="1500" b="1" err="1"/>
              <a:t>definition</a:t>
            </a:r>
            <a:r>
              <a:rPr lang="nl-NL" sz="1500" b="1"/>
              <a:t> of time </a:t>
            </a:r>
            <a:r>
              <a:rPr lang="nl-NL" sz="1500" b="1" err="1"/>
              <a:t>axis</a:t>
            </a:r>
            <a:endParaRPr lang="en-NL" sz="1500" b="1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F38D885-2F7F-57CA-24F6-EBC6A8D8F6C6}"/>
              </a:ext>
            </a:extLst>
          </p:cNvPr>
          <p:cNvSpPr txBox="1">
            <a:spLocks/>
          </p:cNvSpPr>
          <p:nvPr/>
        </p:nvSpPr>
        <p:spPr>
          <a:xfrm>
            <a:off x="167054" y="173541"/>
            <a:ext cx="3746855" cy="637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4000" b="1" dirty="0"/>
              <a:t>Time </a:t>
            </a:r>
            <a:r>
              <a:rPr lang="nl-NL" sz="4000" b="1" dirty="0" err="1"/>
              <a:t>alignment</a:t>
            </a:r>
            <a:endParaRPr lang="en-NL" sz="4000" b="1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F6B6556F-1597-70EA-A6DB-46CD3A0A3D67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</a:pPr>
            <a:fld id="{6B729233-A4E5-4286-907E-3ABE909BBBEB}" type="slidenum">
              <a:rPr lang="nl-NL" sz="1000" b="0" u="none" strike="noStrike" smtClean="0">
                <a:solidFill>
                  <a:srgbClr val="003741"/>
                </a:solidFill>
                <a:effectLst/>
                <a:uFillTx/>
                <a:latin typeface="Trebuchet MS Standaard"/>
              </a:rPr>
              <a:t>15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3F7CEA-B7C4-A91D-8A36-0ECCCE0A3BC5}"/>
              </a:ext>
            </a:extLst>
          </p:cNvPr>
          <p:cNvSpPr txBox="1"/>
          <p:nvPr/>
        </p:nvSpPr>
        <p:spPr>
          <a:xfrm>
            <a:off x="3214544" y="1339527"/>
            <a:ext cx="25112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500" b="1" dirty="0"/>
              <a:t>Time </a:t>
            </a:r>
            <a:r>
              <a:rPr lang="nl-NL" sz="1500" b="1" dirty="0" err="1"/>
              <a:t>since</a:t>
            </a:r>
            <a:r>
              <a:rPr lang="nl-NL" sz="1500" b="1" dirty="0"/>
              <a:t> </a:t>
            </a:r>
            <a:r>
              <a:rPr lang="nl-NL" sz="1500" b="1" dirty="0" err="1"/>
              <a:t>eligibility</a:t>
            </a:r>
            <a:r>
              <a:rPr lang="nl-NL" sz="1500" b="1" dirty="0"/>
              <a:t> timeline</a:t>
            </a:r>
            <a:endParaRPr lang="en-NL" sz="15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F758E89-6B2C-A576-0420-5921EFCC57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27" t="88749" b="1765"/>
          <a:stretch>
            <a:fillRect/>
          </a:stretch>
        </p:blipFill>
        <p:spPr>
          <a:xfrm>
            <a:off x="2435777" y="4456855"/>
            <a:ext cx="4272445" cy="34698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5D09A5D-9877-5E5D-2490-2212C47DAF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42309"/>
            <a:ext cx="3045600" cy="20304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1E7F787-8F8E-DCCC-52F0-65F14CD255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9199" y="1642309"/>
            <a:ext cx="3045600" cy="20304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7D55655-7514-6F51-0F06-B1358B07EFA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4799" y="1642309"/>
            <a:ext cx="3045600" cy="203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4519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778AF-E8F8-002B-128A-4866E5BB4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>
            <a:extLst>
              <a:ext uri="{FF2B5EF4-FFF2-40B4-BE49-F238E27FC236}">
                <a16:creationId xmlns:a16="http://schemas.microsoft.com/office/drawing/2014/main" id="{05AADE10-CD4F-5A88-DC07-88A246E28C15}"/>
              </a:ext>
            </a:extLst>
          </p:cNvPr>
          <p:cNvSpPr>
            <a:spLocks noGrp="1"/>
          </p:cNvSpPr>
          <p:nvPr>
            <p:ph type="sldNum" idx="8"/>
          </p:nvPr>
        </p:nvSpPr>
        <p:spPr>
          <a:xfrm>
            <a:off x="6720120" y="4803840"/>
            <a:ext cx="200160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numCol="1" spcCol="0" anchor="t">
            <a:noAutofit/>
          </a:bodyPr>
          <a:lstStyle>
            <a:lvl1pPr indent="0" algn="r">
              <a:lnSpc>
                <a:spcPct val="100000"/>
              </a:lnSpc>
              <a:buNone/>
              <a:defRPr lang="nl-NL" sz="1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nl-NL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AD3ACC5-C29B-A24B-F626-587898F9211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287982" y="0"/>
            <a:ext cx="630382" cy="5611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F746E9-150D-9617-596D-3625D4E145A0}"/>
              </a:ext>
            </a:extLst>
          </p:cNvPr>
          <p:cNvSpPr/>
          <p:nvPr/>
        </p:nvSpPr>
        <p:spPr>
          <a:xfrm>
            <a:off x="653817" y="2119022"/>
            <a:ext cx="219456" cy="220649"/>
          </a:xfrm>
          <a:prstGeom prst="rect">
            <a:avLst/>
          </a:prstGeom>
          <a:solidFill>
            <a:srgbClr val="00B0F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CC4466B-88B9-35A7-5BA1-30351B44C2EA}"/>
              </a:ext>
            </a:extLst>
          </p:cNvPr>
          <p:cNvSpPr/>
          <p:nvPr/>
        </p:nvSpPr>
        <p:spPr>
          <a:xfrm>
            <a:off x="653817" y="3193444"/>
            <a:ext cx="219456" cy="220649"/>
          </a:xfrm>
          <a:prstGeom prst="rect">
            <a:avLst/>
          </a:prstGeom>
          <a:solidFill>
            <a:srgbClr val="00B0F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87D922C-CFC6-54E6-1948-A1C1E9B0333B}"/>
              </a:ext>
            </a:extLst>
          </p:cNvPr>
          <p:cNvSpPr/>
          <p:nvPr/>
        </p:nvSpPr>
        <p:spPr>
          <a:xfrm>
            <a:off x="653817" y="2676609"/>
            <a:ext cx="219456" cy="220649"/>
          </a:xfrm>
          <a:prstGeom prst="rect">
            <a:avLst/>
          </a:prstGeom>
          <a:solidFill>
            <a:srgbClr val="00B0F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7C0447-431A-D2A0-8C63-5FF32305C5B6}"/>
              </a:ext>
            </a:extLst>
          </p:cNvPr>
          <p:cNvSpPr txBox="1"/>
          <p:nvPr/>
        </p:nvSpPr>
        <p:spPr>
          <a:xfrm>
            <a:off x="819602" y="1863767"/>
            <a:ext cx="781415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 dirty="0"/>
              <a:t>d=5; t=4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DFB53D1-939B-E803-299E-6F25CE93CE65}"/>
              </a:ext>
            </a:extLst>
          </p:cNvPr>
          <p:cNvSpPr txBox="1"/>
          <p:nvPr/>
        </p:nvSpPr>
        <p:spPr>
          <a:xfrm>
            <a:off x="819602" y="2436952"/>
            <a:ext cx="924539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 dirty="0"/>
              <a:t>d=3; t=4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44D4F0D-6297-30F4-00B4-E0D15F076C2F}"/>
              </a:ext>
            </a:extLst>
          </p:cNvPr>
          <p:cNvSpPr txBox="1"/>
          <p:nvPr/>
        </p:nvSpPr>
        <p:spPr>
          <a:xfrm>
            <a:off x="819602" y="2953608"/>
            <a:ext cx="924539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 dirty="0"/>
              <a:t>d=1; t=4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3E32CEB-7A54-83DF-90A0-CD5D60E8F427}"/>
              </a:ext>
            </a:extLst>
          </p:cNvPr>
          <p:cNvSpPr/>
          <p:nvPr/>
        </p:nvSpPr>
        <p:spPr>
          <a:xfrm>
            <a:off x="1909925" y="2675000"/>
            <a:ext cx="219456" cy="220649"/>
          </a:xfrm>
          <a:prstGeom prst="rect">
            <a:avLst/>
          </a:prstGeom>
          <a:solidFill>
            <a:srgbClr val="FF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1D160FE-3456-C2BC-E1F3-35103662D9E1}"/>
              </a:ext>
            </a:extLst>
          </p:cNvPr>
          <p:cNvSpPr txBox="1"/>
          <p:nvPr/>
        </p:nvSpPr>
        <p:spPr>
          <a:xfrm>
            <a:off x="2075710" y="2433250"/>
            <a:ext cx="781415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/>
              <a:t>d=6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CC2F56-99B6-EF8B-6F63-BD6991818E9C}"/>
              </a:ext>
            </a:extLst>
          </p:cNvPr>
          <p:cNvSpPr txBox="1">
            <a:spLocks/>
          </p:cNvSpPr>
          <p:nvPr/>
        </p:nvSpPr>
        <p:spPr>
          <a:xfrm>
            <a:off x="167054" y="173541"/>
            <a:ext cx="3746855" cy="637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3200" b="1" dirty="0"/>
              <a:t>Matching procedure</a:t>
            </a:r>
            <a:endParaRPr lang="en-NL" sz="32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5C995E-5A22-7AC0-B355-B69959F197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27" t="88749" r="47811" b="2470"/>
          <a:stretch>
            <a:fillRect/>
          </a:stretch>
        </p:blipFill>
        <p:spPr>
          <a:xfrm>
            <a:off x="442387" y="3754437"/>
            <a:ext cx="1649349" cy="3212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7FE240E-DFF3-CB9E-E448-33105961CA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189" t="89327" r="1575" b="2470"/>
          <a:stretch>
            <a:fillRect/>
          </a:stretch>
        </p:blipFill>
        <p:spPr>
          <a:xfrm>
            <a:off x="442387" y="4112478"/>
            <a:ext cx="2317259" cy="3000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7D9EE94-E9D4-B63F-7DF7-AC3D831E3CC8}"/>
              </a:ext>
            </a:extLst>
          </p:cNvPr>
          <p:cNvSpPr txBox="1"/>
          <p:nvPr/>
        </p:nvSpPr>
        <p:spPr>
          <a:xfrm>
            <a:off x="260576" y="4692961"/>
            <a:ext cx="2942110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 dirty="0"/>
              <a:t>d=time </a:t>
            </a:r>
            <a:r>
              <a:rPr lang="nl-NL" sz="1350" b="1" dirty="0" err="1"/>
              <a:t>since</a:t>
            </a:r>
            <a:r>
              <a:rPr lang="nl-NL" sz="1350" b="1" dirty="0"/>
              <a:t> </a:t>
            </a:r>
            <a:r>
              <a:rPr lang="nl-NL" sz="1350" b="1" dirty="0" err="1"/>
              <a:t>eligibility</a:t>
            </a:r>
            <a:r>
              <a:rPr lang="nl-NL" sz="1350" b="1" dirty="0"/>
              <a:t>; t=time in trial</a:t>
            </a:r>
            <a:endParaRPr lang="en-NL" sz="1350" b="1" dirty="0"/>
          </a:p>
        </p:txBody>
      </p:sp>
    </p:spTree>
    <p:extLst>
      <p:ext uri="{BB962C8B-B14F-4D97-AF65-F5344CB8AC3E}">
        <p14:creationId xmlns:p14="http://schemas.microsoft.com/office/powerpoint/2010/main" val="40860868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02E42-68B7-B0AB-0706-DBB39113C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>
            <a:extLst>
              <a:ext uri="{FF2B5EF4-FFF2-40B4-BE49-F238E27FC236}">
                <a16:creationId xmlns:a16="http://schemas.microsoft.com/office/drawing/2014/main" id="{FE1C378C-0189-0E17-78DC-CA826A597480}"/>
              </a:ext>
            </a:extLst>
          </p:cNvPr>
          <p:cNvSpPr>
            <a:spLocks noGrp="1"/>
          </p:cNvSpPr>
          <p:nvPr>
            <p:ph type="sldNum" idx="8"/>
          </p:nvPr>
        </p:nvSpPr>
        <p:spPr>
          <a:xfrm>
            <a:off x="6720120" y="4803840"/>
            <a:ext cx="200160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numCol="1" spcCol="0" anchor="t">
            <a:noAutofit/>
          </a:bodyPr>
          <a:lstStyle>
            <a:lvl1pPr indent="0" algn="r">
              <a:lnSpc>
                <a:spcPct val="100000"/>
              </a:lnSpc>
              <a:buNone/>
              <a:defRPr lang="nl-NL" sz="1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nl-NL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8D188B-31A8-F624-06AF-AE88FEDE2577}"/>
              </a:ext>
            </a:extLst>
          </p:cNvPr>
          <p:cNvSpPr txBox="1"/>
          <p:nvPr/>
        </p:nvSpPr>
        <p:spPr>
          <a:xfrm>
            <a:off x="6495347" y="0"/>
            <a:ext cx="2323694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 dirty="0"/>
              <a:t>Re-</a:t>
            </a:r>
            <a:r>
              <a:rPr lang="nl-NL" sz="1350" b="1" dirty="0" err="1"/>
              <a:t>definition</a:t>
            </a:r>
            <a:r>
              <a:rPr lang="nl-NL" sz="1350" b="1" dirty="0"/>
              <a:t> of time </a:t>
            </a:r>
            <a:r>
              <a:rPr lang="nl-NL" sz="1350" b="1" dirty="0" err="1"/>
              <a:t>axis</a:t>
            </a:r>
            <a:endParaRPr lang="en-NL" sz="1350" b="1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8BFAE2D-ABDF-F2CA-A0A7-E4869EAA17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287982" y="0"/>
            <a:ext cx="630382" cy="5611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84DE7CF-77E8-0496-262D-64A2D371FD8D}"/>
              </a:ext>
            </a:extLst>
          </p:cNvPr>
          <p:cNvSpPr txBox="1"/>
          <p:nvPr/>
        </p:nvSpPr>
        <p:spPr>
          <a:xfrm>
            <a:off x="3805264" y="0"/>
            <a:ext cx="2015637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 dirty="0"/>
              <a:t>Time </a:t>
            </a:r>
            <a:r>
              <a:rPr lang="nl-NL" sz="1350" b="1" dirty="0" err="1"/>
              <a:t>alignment</a:t>
            </a:r>
            <a:endParaRPr lang="en-NL" sz="1350" b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8F4FA1-2537-4CFB-3618-88583F3FB4A4}"/>
              </a:ext>
            </a:extLst>
          </p:cNvPr>
          <p:cNvSpPr/>
          <p:nvPr/>
        </p:nvSpPr>
        <p:spPr>
          <a:xfrm>
            <a:off x="653817" y="2119022"/>
            <a:ext cx="219456" cy="220649"/>
          </a:xfrm>
          <a:prstGeom prst="rect">
            <a:avLst/>
          </a:prstGeom>
          <a:solidFill>
            <a:srgbClr val="00B0F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C915202-8D80-7CD8-CCBA-0C562690BDB9}"/>
              </a:ext>
            </a:extLst>
          </p:cNvPr>
          <p:cNvSpPr/>
          <p:nvPr/>
        </p:nvSpPr>
        <p:spPr>
          <a:xfrm>
            <a:off x="653817" y="3193444"/>
            <a:ext cx="219456" cy="220649"/>
          </a:xfrm>
          <a:prstGeom prst="rect">
            <a:avLst/>
          </a:prstGeom>
          <a:solidFill>
            <a:srgbClr val="00B0F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E1A68BE-0246-F18F-0C4D-7144ECCF02B9}"/>
              </a:ext>
            </a:extLst>
          </p:cNvPr>
          <p:cNvSpPr/>
          <p:nvPr/>
        </p:nvSpPr>
        <p:spPr>
          <a:xfrm>
            <a:off x="653817" y="2676609"/>
            <a:ext cx="219456" cy="220649"/>
          </a:xfrm>
          <a:prstGeom prst="rect">
            <a:avLst/>
          </a:prstGeom>
          <a:solidFill>
            <a:srgbClr val="00B0F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A020944-736D-3033-6BCC-F6A10BD8DAD5}"/>
              </a:ext>
            </a:extLst>
          </p:cNvPr>
          <p:cNvSpPr txBox="1"/>
          <p:nvPr/>
        </p:nvSpPr>
        <p:spPr>
          <a:xfrm>
            <a:off x="819602" y="1863767"/>
            <a:ext cx="781415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 dirty="0"/>
              <a:t>d=5; t=4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9549CD2-0DA4-6687-9D18-3287812885FA}"/>
              </a:ext>
            </a:extLst>
          </p:cNvPr>
          <p:cNvSpPr txBox="1"/>
          <p:nvPr/>
        </p:nvSpPr>
        <p:spPr>
          <a:xfrm>
            <a:off x="819602" y="2436952"/>
            <a:ext cx="924539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 dirty="0"/>
              <a:t>d=3; t=4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1FD3529-F083-F126-7D8E-34BA611DF28D}"/>
              </a:ext>
            </a:extLst>
          </p:cNvPr>
          <p:cNvSpPr txBox="1"/>
          <p:nvPr/>
        </p:nvSpPr>
        <p:spPr>
          <a:xfrm>
            <a:off x="819602" y="2953608"/>
            <a:ext cx="924539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 dirty="0"/>
              <a:t>d=1; t=4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07EC4C0-3B01-AF9C-D2D0-49BD3343A26A}"/>
              </a:ext>
            </a:extLst>
          </p:cNvPr>
          <p:cNvSpPr/>
          <p:nvPr/>
        </p:nvSpPr>
        <p:spPr>
          <a:xfrm>
            <a:off x="1909925" y="2675000"/>
            <a:ext cx="219456" cy="220649"/>
          </a:xfrm>
          <a:prstGeom prst="rect">
            <a:avLst/>
          </a:prstGeom>
          <a:solidFill>
            <a:srgbClr val="FF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0BCCD7D-3DDD-95BD-D687-65D2A2168ABB}"/>
              </a:ext>
            </a:extLst>
          </p:cNvPr>
          <p:cNvSpPr txBox="1"/>
          <p:nvPr/>
        </p:nvSpPr>
        <p:spPr>
          <a:xfrm>
            <a:off x="2075710" y="2433250"/>
            <a:ext cx="781415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/>
              <a:t>d=6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664032-B416-C2D7-F629-C3ADFAD87D25}"/>
              </a:ext>
            </a:extLst>
          </p:cNvPr>
          <p:cNvSpPr txBox="1">
            <a:spLocks/>
          </p:cNvSpPr>
          <p:nvPr/>
        </p:nvSpPr>
        <p:spPr>
          <a:xfrm>
            <a:off x="167054" y="173541"/>
            <a:ext cx="3746855" cy="637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3200" b="1" dirty="0"/>
              <a:t>Matching procedure</a:t>
            </a:r>
            <a:endParaRPr lang="en-NL" sz="32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659009-5F39-0BCE-2843-DEB1BA5A09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27" t="88749" r="47811" b="2470"/>
          <a:stretch>
            <a:fillRect/>
          </a:stretch>
        </p:blipFill>
        <p:spPr>
          <a:xfrm>
            <a:off x="442387" y="3754437"/>
            <a:ext cx="1649349" cy="3212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C25FE52-0232-40F1-DF15-DD3AB1A437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189" t="89327" r="1575" b="2470"/>
          <a:stretch>
            <a:fillRect/>
          </a:stretch>
        </p:blipFill>
        <p:spPr>
          <a:xfrm>
            <a:off x="442387" y="4112478"/>
            <a:ext cx="2317259" cy="3000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CF4D3BF-09C0-B192-D71C-5F34417CAB8D}"/>
              </a:ext>
            </a:extLst>
          </p:cNvPr>
          <p:cNvSpPr txBox="1"/>
          <p:nvPr/>
        </p:nvSpPr>
        <p:spPr>
          <a:xfrm>
            <a:off x="260576" y="4692961"/>
            <a:ext cx="2942110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 dirty="0"/>
              <a:t>d=time </a:t>
            </a:r>
            <a:r>
              <a:rPr lang="nl-NL" sz="1350" b="1" dirty="0" err="1"/>
              <a:t>since</a:t>
            </a:r>
            <a:r>
              <a:rPr lang="nl-NL" sz="1350" b="1" dirty="0"/>
              <a:t> </a:t>
            </a:r>
            <a:r>
              <a:rPr lang="nl-NL" sz="1350" b="1" dirty="0" err="1"/>
              <a:t>eligibility</a:t>
            </a:r>
            <a:r>
              <a:rPr lang="nl-NL" sz="1350" b="1" dirty="0"/>
              <a:t>; t=time in trial</a:t>
            </a:r>
            <a:endParaRPr lang="en-NL" sz="1350" b="1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0D806B5-469D-3233-0E9E-E12617C3B4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9014" y="229949"/>
            <a:ext cx="2478600" cy="16524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E265443F-2FBD-B741-306B-A7A20EE9E1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7894" y="228617"/>
            <a:ext cx="2478600" cy="165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9257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4D0C2-36CC-685D-CF40-1EF3AF763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>
            <a:extLst>
              <a:ext uri="{FF2B5EF4-FFF2-40B4-BE49-F238E27FC236}">
                <a16:creationId xmlns:a16="http://schemas.microsoft.com/office/drawing/2014/main" id="{FF2220CE-0696-9047-35CE-952B8EC28002}"/>
              </a:ext>
            </a:extLst>
          </p:cNvPr>
          <p:cNvSpPr>
            <a:spLocks noGrp="1"/>
          </p:cNvSpPr>
          <p:nvPr>
            <p:ph type="sldNum" idx="8"/>
          </p:nvPr>
        </p:nvSpPr>
        <p:spPr>
          <a:xfrm>
            <a:off x="6720120" y="4803840"/>
            <a:ext cx="200160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numCol="1" spcCol="0" anchor="t">
            <a:noAutofit/>
          </a:bodyPr>
          <a:lstStyle>
            <a:lvl1pPr indent="0" algn="r">
              <a:lnSpc>
                <a:spcPct val="100000"/>
              </a:lnSpc>
              <a:buNone/>
              <a:defRPr lang="nl-NL" sz="1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nl-NL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B86FC2-A122-E1AD-8409-CDB5A530604C}"/>
              </a:ext>
            </a:extLst>
          </p:cNvPr>
          <p:cNvSpPr txBox="1"/>
          <p:nvPr/>
        </p:nvSpPr>
        <p:spPr>
          <a:xfrm>
            <a:off x="6495347" y="0"/>
            <a:ext cx="2323694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 dirty="0"/>
              <a:t>Re-</a:t>
            </a:r>
            <a:r>
              <a:rPr lang="nl-NL" sz="1350" b="1" dirty="0" err="1"/>
              <a:t>definition</a:t>
            </a:r>
            <a:r>
              <a:rPr lang="nl-NL" sz="1350" b="1" dirty="0"/>
              <a:t> of time </a:t>
            </a:r>
            <a:r>
              <a:rPr lang="nl-NL" sz="1350" b="1" dirty="0" err="1"/>
              <a:t>axis</a:t>
            </a:r>
            <a:endParaRPr lang="en-NL" sz="1350" b="1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656A24F-A31D-CA74-1B7E-AA77E432487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287982" y="0"/>
            <a:ext cx="630382" cy="5611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90C6F29-2A0F-7CC9-33A3-6FBF4A0849EC}"/>
              </a:ext>
            </a:extLst>
          </p:cNvPr>
          <p:cNvSpPr txBox="1"/>
          <p:nvPr/>
        </p:nvSpPr>
        <p:spPr>
          <a:xfrm>
            <a:off x="3805264" y="0"/>
            <a:ext cx="2015637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 dirty="0"/>
              <a:t>Time </a:t>
            </a:r>
            <a:r>
              <a:rPr lang="nl-NL" sz="1350" b="1" dirty="0" err="1"/>
              <a:t>alignment</a:t>
            </a:r>
            <a:endParaRPr lang="en-NL" sz="1350" b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88119D-3C63-7C18-4D9F-5FF4C9701E33}"/>
              </a:ext>
            </a:extLst>
          </p:cNvPr>
          <p:cNvSpPr/>
          <p:nvPr/>
        </p:nvSpPr>
        <p:spPr>
          <a:xfrm>
            <a:off x="653817" y="2119022"/>
            <a:ext cx="219456" cy="220649"/>
          </a:xfrm>
          <a:prstGeom prst="rect">
            <a:avLst/>
          </a:prstGeom>
          <a:solidFill>
            <a:srgbClr val="00B0F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0EAEC8C-B861-4BD8-310E-C77C90E38CE0}"/>
              </a:ext>
            </a:extLst>
          </p:cNvPr>
          <p:cNvSpPr/>
          <p:nvPr/>
        </p:nvSpPr>
        <p:spPr>
          <a:xfrm>
            <a:off x="653817" y="3193444"/>
            <a:ext cx="219456" cy="220649"/>
          </a:xfrm>
          <a:prstGeom prst="rect">
            <a:avLst/>
          </a:prstGeom>
          <a:solidFill>
            <a:srgbClr val="00B0F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FD4E5E-A616-B8F8-A747-51C26ABA63A9}"/>
              </a:ext>
            </a:extLst>
          </p:cNvPr>
          <p:cNvSpPr/>
          <p:nvPr/>
        </p:nvSpPr>
        <p:spPr>
          <a:xfrm>
            <a:off x="653817" y="2676609"/>
            <a:ext cx="219456" cy="220649"/>
          </a:xfrm>
          <a:prstGeom prst="rect">
            <a:avLst/>
          </a:prstGeom>
          <a:solidFill>
            <a:srgbClr val="00B0F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1DA9ED6-C06E-FDCA-FF37-0C1DFBE080D9}"/>
              </a:ext>
            </a:extLst>
          </p:cNvPr>
          <p:cNvSpPr txBox="1"/>
          <p:nvPr/>
        </p:nvSpPr>
        <p:spPr>
          <a:xfrm>
            <a:off x="819602" y="1863767"/>
            <a:ext cx="781415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 dirty="0"/>
              <a:t>d=5; t=4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C5FEED-BD1F-DA91-B782-BB90C353C025}"/>
              </a:ext>
            </a:extLst>
          </p:cNvPr>
          <p:cNvSpPr txBox="1"/>
          <p:nvPr/>
        </p:nvSpPr>
        <p:spPr>
          <a:xfrm>
            <a:off x="819602" y="2436952"/>
            <a:ext cx="924539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 dirty="0"/>
              <a:t>d=3; t=4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34017A9-44B3-89E6-A484-E216806826AF}"/>
              </a:ext>
            </a:extLst>
          </p:cNvPr>
          <p:cNvSpPr txBox="1"/>
          <p:nvPr/>
        </p:nvSpPr>
        <p:spPr>
          <a:xfrm>
            <a:off x="819602" y="2953608"/>
            <a:ext cx="924539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 dirty="0"/>
              <a:t>d=1; t=4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01B70D4-DE42-C26D-19EF-9204D9D14889}"/>
              </a:ext>
            </a:extLst>
          </p:cNvPr>
          <p:cNvSpPr/>
          <p:nvPr/>
        </p:nvSpPr>
        <p:spPr>
          <a:xfrm>
            <a:off x="1909925" y="2675000"/>
            <a:ext cx="219456" cy="220649"/>
          </a:xfrm>
          <a:prstGeom prst="rect">
            <a:avLst/>
          </a:prstGeom>
          <a:solidFill>
            <a:srgbClr val="FF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F91A855-2B53-DD60-E51F-B12B8BDF8D8F}"/>
              </a:ext>
            </a:extLst>
          </p:cNvPr>
          <p:cNvSpPr txBox="1"/>
          <p:nvPr/>
        </p:nvSpPr>
        <p:spPr>
          <a:xfrm>
            <a:off x="2075710" y="2433250"/>
            <a:ext cx="781415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/>
              <a:t>d=6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6ECD3E-AC43-3673-8758-3B3EE07A8350}"/>
              </a:ext>
            </a:extLst>
          </p:cNvPr>
          <p:cNvSpPr txBox="1">
            <a:spLocks/>
          </p:cNvSpPr>
          <p:nvPr/>
        </p:nvSpPr>
        <p:spPr>
          <a:xfrm>
            <a:off x="167054" y="173541"/>
            <a:ext cx="3746855" cy="637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3200" b="1" dirty="0"/>
              <a:t>Matching procedure</a:t>
            </a:r>
            <a:endParaRPr lang="en-NL" sz="32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6655B3-B010-2A34-410B-A993A007D8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27" t="88749" r="47811" b="2470"/>
          <a:stretch>
            <a:fillRect/>
          </a:stretch>
        </p:blipFill>
        <p:spPr>
          <a:xfrm>
            <a:off x="442387" y="3754437"/>
            <a:ext cx="1649349" cy="3212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29C5DC2-4899-3F1F-6D2F-E4A8E24DE4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189" t="89327" r="1575" b="2470"/>
          <a:stretch>
            <a:fillRect/>
          </a:stretch>
        </p:blipFill>
        <p:spPr>
          <a:xfrm>
            <a:off x="442387" y="4112478"/>
            <a:ext cx="2317259" cy="3000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AF83F0D-222A-58AD-3B00-621488749CF8}"/>
              </a:ext>
            </a:extLst>
          </p:cNvPr>
          <p:cNvSpPr txBox="1"/>
          <p:nvPr/>
        </p:nvSpPr>
        <p:spPr>
          <a:xfrm>
            <a:off x="260576" y="4692961"/>
            <a:ext cx="2942110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 dirty="0"/>
              <a:t>d=time </a:t>
            </a:r>
            <a:r>
              <a:rPr lang="nl-NL" sz="1350" b="1" dirty="0" err="1"/>
              <a:t>since</a:t>
            </a:r>
            <a:r>
              <a:rPr lang="nl-NL" sz="1350" b="1" dirty="0"/>
              <a:t> </a:t>
            </a:r>
            <a:r>
              <a:rPr lang="nl-NL" sz="1350" b="1" dirty="0" err="1"/>
              <a:t>eligibility</a:t>
            </a:r>
            <a:r>
              <a:rPr lang="nl-NL" sz="1350" b="1" dirty="0"/>
              <a:t>; t=time in trial</a:t>
            </a:r>
            <a:endParaRPr lang="en-NL" sz="1350" b="1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F662CC7-EC22-40D0-20C1-2C3230AFCC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9014" y="229949"/>
            <a:ext cx="2478600" cy="16524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70D89890-7B54-3ACC-B4B7-869830813A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7894" y="228617"/>
            <a:ext cx="2478600" cy="165240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459CB964-6740-1E13-3BA5-D941AD0A5FE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9014" y="1860525"/>
            <a:ext cx="2478600" cy="165240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5B74A1C0-D81F-847D-7982-BD2DFBE8417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7894" y="1860525"/>
            <a:ext cx="2478600" cy="165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48331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BE409-4CBC-015A-12C8-A96BD16BE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>
            <a:extLst>
              <a:ext uri="{FF2B5EF4-FFF2-40B4-BE49-F238E27FC236}">
                <a16:creationId xmlns:a16="http://schemas.microsoft.com/office/drawing/2014/main" id="{90EE139D-6037-E984-3E66-A2469B5F982F}"/>
              </a:ext>
            </a:extLst>
          </p:cNvPr>
          <p:cNvSpPr>
            <a:spLocks noGrp="1"/>
          </p:cNvSpPr>
          <p:nvPr>
            <p:ph type="sldNum" idx="8"/>
          </p:nvPr>
        </p:nvSpPr>
        <p:spPr>
          <a:xfrm>
            <a:off x="6720120" y="4803840"/>
            <a:ext cx="200160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numCol="1" spcCol="0" anchor="t">
            <a:noAutofit/>
          </a:bodyPr>
          <a:lstStyle>
            <a:lvl1pPr indent="0" algn="r">
              <a:lnSpc>
                <a:spcPct val="100000"/>
              </a:lnSpc>
              <a:buNone/>
              <a:defRPr lang="nl-NL" sz="1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nl-NL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DDE79E-203E-F482-12C4-E6BA5E160135}"/>
              </a:ext>
            </a:extLst>
          </p:cNvPr>
          <p:cNvSpPr txBox="1"/>
          <p:nvPr/>
        </p:nvSpPr>
        <p:spPr>
          <a:xfrm>
            <a:off x="6495347" y="0"/>
            <a:ext cx="2323694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 dirty="0"/>
              <a:t>Re-</a:t>
            </a:r>
            <a:r>
              <a:rPr lang="nl-NL" sz="1350" b="1" dirty="0" err="1"/>
              <a:t>definition</a:t>
            </a:r>
            <a:r>
              <a:rPr lang="nl-NL" sz="1350" b="1" dirty="0"/>
              <a:t> of time </a:t>
            </a:r>
            <a:r>
              <a:rPr lang="nl-NL" sz="1350" b="1" dirty="0" err="1"/>
              <a:t>axis</a:t>
            </a:r>
            <a:endParaRPr lang="en-NL" sz="1350" b="1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A7B49E1-FE2A-B48E-217F-F6D75A0BB3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287982" y="0"/>
            <a:ext cx="630382" cy="5611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BA3510F-8871-E0BA-AC48-889E320339D7}"/>
              </a:ext>
            </a:extLst>
          </p:cNvPr>
          <p:cNvSpPr txBox="1"/>
          <p:nvPr/>
        </p:nvSpPr>
        <p:spPr>
          <a:xfrm>
            <a:off x="3805264" y="0"/>
            <a:ext cx="2015637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 dirty="0"/>
              <a:t>Time </a:t>
            </a:r>
            <a:r>
              <a:rPr lang="nl-NL" sz="1350" b="1" dirty="0" err="1"/>
              <a:t>alignment</a:t>
            </a:r>
            <a:endParaRPr lang="en-NL" sz="1350" b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C812D30-45D7-9370-1A84-535160B70FB4}"/>
              </a:ext>
            </a:extLst>
          </p:cNvPr>
          <p:cNvSpPr/>
          <p:nvPr/>
        </p:nvSpPr>
        <p:spPr>
          <a:xfrm>
            <a:off x="653817" y="2119022"/>
            <a:ext cx="219456" cy="220649"/>
          </a:xfrm>
          <a:prstGeom prst="rect">
            <a:avLst/>
          </a:prstGeom>
          <a:solidFill>
            <a:srgbClr val="00B0F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C8DC8C-8CAC-7A04-43D3-5B4E86B9AF07}"/>
              </a:ext>
            </a:extLst>
          </p:cNvPr>
          <p:cNvSpPr/>
          <p:nvPr/>
        </p:nvSpPr>
        <p:spPr>
          <a:xfrm>
            <a:off x="653817" y="3193444"/>
            <a:ext cx="219456" cy="220649"/>
          </a:xfrm>
          <a:prstGeom prst="rect">
            <a:avLst/>
          </a:prstGeom>
          <a:solidFill>
            <a:srgbClr val="00B0F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A8F3BC5-86E3-47EE-6D34-C78B5F054FE4}"/>
              </a:ext>
            </a:extLst>
          </p:cNvPr>
          <p:cNvSpPr/>
          <p:nvPr/>
        </p:nvSpPr>
        <p:spPr>
          <a:xfrm>
            <a:off x="653817" y="2676609"/>
            <a:ext cx="219456" cy="220649"/>
          </a:xfrm>
          <a:prstGeom prst="rect">
            <a:avLst/>
          </a:prstGeom>
          <a:solidFill>
            <a:srgbClr val="00B0F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D419B00-AF09-9E6F-6EC4-6326CDB903A8}"/>
              </a:ext>
            </a:extLst>
          </p:cNvPr>
          <p:cNvSpPr txBox="1"/>
          <p:nvPr/>
        </p:nvSpPr>
        <p:spPr>
          <a:xfrm>
            <a:off x="819602" y="1863767"/>
            <a:ext cx="781415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 dirty="0"/>
              <a:t>d=5; t=4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2325791-8C57-00CA-BE7B-BA4DAAAC6FC4}"/>
              </a:ext>
            </a:extLst>
          </p:cNvPr>
          <p:cNvSpPr txBox="1"/>
          <p:nvPr/>
        </p:nvSpPr>
        <p:spPr>
          <a:xfrm>
            <a:off x="819602" y="2436952"/>
            <a:ext cx="924539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 dirty="0"/>
              <a:t>d=3; t=4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42F5284-1B85-0BBE-F5B3-71231152307D}"/>
              </a:ext>
            </a:extLst>
          </p:cNvPr>
          <p:cNvSpPr txBox="1"/>
          <p:nvPr/>
        </p:nvSpPr>
        <p:spPr>
          <a:xfrm>
            <a:off x="819602" y="2953608"/>
            <a:ext cx="924539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 dirty="0"/>
              <a:t>d=1; t=4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FB1E58E-D93C-B41A-0369-D85AB82882C9}"/>
              </a:ext>
            </a:extLst>
          </p:cNvPr>
          <p:cNvSpPr/>
          <p:nvPr/>
        </p:nvSpPr>
        <p:spPr>
          <a:xfrm>
            <a:off x="1909925" y="2675000"/>
            <a:ext cx="219456" cy="220649"/>
          </a:xfrm>
          <a:prstGeom prst="rect">
            <a:avLst/>
          </a:prstGeom>
          <a:solidFill>
            <a:srgbClr val="FF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35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303B2A1-3FEA-29E8-5EFF-30717EBDFBB8}"/>
              </a:ext>
            </a:extLst>
          </p:cNvPr>
          <p:cNvSpPr txBox="1"/>
          <p:nvPr/>
        </p:nvSpPr>
        <p:spPr>
          <a:xfrm>
            <a:off x="2075710" y="2433250"/>
            <a:ext cx="781415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/>
              <a:t>d=6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54B8BB-D665-56C4-2325-FF31A94A13C7}"/>
              </a:ext>
            </a:extLst>
          </p:cNvPr>
          <p:cNvSpPr txBox="1">
            <a:spLocks/>
          </p:cNvSpPr>
          <p:nvPr/>
        </p:nvSpPr>
        <p:spPr>
          <a:xfrm>
            <a:off x="167054" y="173541"/>
            <a:ext cx="3746855" cy="637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3200" b="1" dirty="0"/>
              <a:t>Matching procedure</a:t>
            </a:r>
            <a:endParaRPr lang="en-NL" sz="32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B409DED-0DED-51C9-D0A9-21E63D1B73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27" t="88749" r="47811" b="2470"/>
          <a:stretch>
            <a:fillRect/>
          </a:stretch>
        </p:blipFill>
        <p:spPr>
          <a:xfrm>
            <a:off x="442387" y="3754437"/>
            <a:ext cx="1649349" cy="3212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776856-AACB-3807-DF86-B06849B24E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189" t="89327" r="1575" b="2470"/>
          <a:stretch>
            <a:fillRect/>
          </a:stretch>
        </p:blipFill>
        <p:spPr>
          <a:xfrm>
            <a:off x="442387" y="4112478"/>
            <a:ext cx="2317259" cy="3000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A16FD3A-639C-821C-4DA0-656DB8DFAB01}"/>
              </a:ext>
            </a:extLst>
          </p:cNvPr>
          <p:cNvSpPr txBox="1"/>
          <p:nvPr/>
        </p:nvSpPr>
        <p:spPr>
          <a:xfrm>
            <a:off x="260576" y="4692961"/>
            <a:ext cx="2942110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350" b="1" dirty="0"/>
              <a:t>d=time </a:t>
            </a:r>
            <a:r>
              <a:rPr lang="nl-NL" sz="1350" b="1" dirty="0" err="1"/>
              <a:t>since</a:t>
            </a:r>
            <a:r>
              <a:rPr lang="nl-NL" sz="1350" b="1" dirty="0"/>
              <a:t> </a:t>
            </a:r>
            <a:r>
              <a:rPr lang="nl-NL" sz="1350" b="1" dirty="0" err="1"/>
              <a:t>eligibility</a:t>
            </a:r>
            <a:r>
              <a:rPr lang="nl-NL" sz="1350" b="1" dirty="0"/>
              <a:t>; t=time in trial</a:t>
            </a:r>
            <a:endParaRPr lang="en-NL" sz="1350" b="1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A186D62-BC7E-28FA-95BB-B6F802051C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9014" y="229949"/>
            <a:ext cx="2478600" cy="16524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F2690D05-0598-F4BF-267A-78F69DF08B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7894" y="228617"/>
            <a:ext cx="2478600" cy="165240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117218FB-021E-B942-EB55-FF6672175D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9014" y="1860525"/>
            <a:ext cx="2478600" cy="165240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7B85F943-2B3E-C15F-1408-0C7F45736A7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7894" y="1860525"/>
            <a:ext cx="2478600" cy="165240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F1A0E93D-4072-0E98-4C43-4229CD45F70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9014" y="3491100"/>
            <a:ext cx="2478600" cy="165240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69A84B25-5EFF-197D-F1E9-C22893156D3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7894" y="3491100"/>
            <a:ext cx="2478600" cy="165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6731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AA298-B53D-6BF7-C317-B9A4A8C24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GitHub Logo, Git Hub Icon On White Background 16833872 Vector Art at  Vecteezy">
            <a:extLst>
              <a:ext uri="{FF2B5EF4-FFF2-40B4-BE49-F238E27FC236}">
                <a16:creationId xmlns:a16="http://schemas.microsoft.com/office/drawing/2014/main" id="{02685338-CF02-EBC0-F0F3-AC8AFF9D42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618"/>
          <a:stretch>
            <a:fillRect/>
          </a:stretch>
        </p:blipFill>
        <p:spPr bwMode="auto">
          <a:xfrm>
            <a:off x="1" y="4475899"/>
            <a:ext cx="605940" cy="667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EC4894C-2B2D-45B5-B50D-1E0C0CBF0113}"/>
              </a:ext>
            </a:extLst>
          </p:cNvPr>
          <p:cNvSpPr txBox="1"/>
          <p:nvPr/>
        </p:nvSpPr>
        <p:spPr>
          <a:xfrm>
            <a:off x="605941" y="4687571"/>
            <a:ext cx="2856155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 err="1">
                <a:hlinkClick r:id="rId3"/>
              </a:rPr>
              <a:t>egonzato</a:t>
            </a:r>
            <a:r>
              <a:rPr lang="en-US" sz="1350" dirty="0">
                <a:hlinkClick r:id="rId3"/>
              </a:rPr>
              <a:t>/</a:t>
            </a:r>
            <a:r>
              <a:rPr lang="en-US" sz="1350" dirty="0" err="1">
                <a:hlinkClick r:id="rId3"/>
              </a:rPr>
              <a:t>visualising_km_matching</a:t>
            </a:r>
            <a:endParaRPr lang="en-NL" sz="135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38075E-9CF3-4AD0-EF84-2062D64F56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143000"/>
            <a:ext cx="3571875" cy="2857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F99EC4-FF64-7ABD-D4BC-1798B10556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5941" y="1022763"/>
            <a:ext cx="3571875" cy="2857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06A679-AE1D-59CE-C41B-813B48E0392F}"/>
              </a:ext>
            </a:extLst>
          </p:cNvPr>
          <p:cNvSpPr txBox="1">
            <a:spLocks/>
          </p:cNvSpPr>
          <p:nvPr/>
        </p:nvSpPr>
        <p:spPr>
          <a:xfrm>
            <a:off x="167054" y="173541"/>
            <a:ext cx="3746855" cy="637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3200" b="1" dirty="0"/>
              <a:t>Matching procedure</a:t>
            </a:r>
            <a:endParaRPr lang="en-NL" sz="3200" b="1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DED1FF-8FD9-D748-F06D-B0C47D024B4B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</a:pPr>
            <a:fld id="{6B729233-A4E5-4286-907E-3ABE909BBBEB}" type="slidenum">
              <a:rPr lang="nl-NL" sz="1000" b="0" u="none" strike="noStrike" smtClean="0">
                <a:solidFill>
                  <a:srgbClr val="003741"/>
                </a:solidFill>
                <a:effectLst/>
                <a:uFillTx/>
                <a:latin typeface="Trebuchet MS Standaard"/>
              </a:rPr>
              <a:t>20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433524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A93A0-B496-DB72-9365-51970C1B7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9CDE556-D01A-B6DC-5786-82B02258B5A2}"/>
              </a:ext>
            </a:extLst>
          </p:cNvPr>
          <p:cNvSpPr txBox="1"/>
          <p:nvPr/>
        </p:nvSpPr>
        <p:spPr>
          <a:xfrm>
            <a:off x="1614739" y="1417588"/>
            <a:ext cx="59145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/>
              <a:t>In time-to-event endpoints, time alignment for treatment groups is crucial (but not always straightforward)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9CD868-38FC-A8BC-1123-20B064A2AF0A}"/>
              </a:ext>
            </a:extLst>
          </p:cNvPr>
          <p:cNvSpPr txBox="1">
            <a:spLocks/>
          </p:cNvSpPr>
          <p:nvPr/>
        </p:nvSpPr>
        <p:spPr>
          <a:xfrm>
            <a:off x="167054" y="173541"/>
            <a:ext cx="3746855" cy="637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4000" b="1" dirty="0"/>
              <a:t>Bottom line</a:t>
            </a:r>
            <a:endParaRPr lang="en-NL" sz="4000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E61689-BFAF-CD77-58F1-B6A04F4C50B8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</a:pPr>
            <a:fld id="{6B729233-A4E5-4286-907E-3ABE909BBBEB}" type="slidenum">
              <a:rPr lang="nl-NL" sz="1000" b="0" u="none" strike="noStrike" smtClean="0">
                <a:solidFill>
                  <a:srgbClr val="003741"/>
                </a:solidFill>
                <a:effectLst/>
                <a:uFillTx/>
                <a:latin typeface="Trebuchet MS Standaard"/>
              </a:rPr>
              <a:t>21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805796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3AB53-2385-09FA-2AE7-B8C47773F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638619E-DEB4-E034-C667-A3D2A224F8C2}"/>
              </a:ext>
            </a:extLst>
          </p:cNvPr>
          <p:cNvSpPr txBox="1"/>
          <p:nvPr/>
        </p:nvSpPr>
        <p:spPr>
          <a:xfrm>
            <a:off x="1614739" y="1417588"/>
            <a:ext cx="591452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/>
              <a:t>In time-to-event endpoints, time alignment for treatment groups is crucial (but not always straightforward)</a:t>
            </a:r>
            <a:br>
              <a:rPr lang="en-US" dirty="0"/>
            </a:br>
            <a:endParaRPr lang="en-US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/>
              <a:t>For our ATT approach, this alignment is embedded in the </a:t>
            </a:r>
            <a:r>
              <a:rPr lang="en-US"/>
              <a:t>matching procedure</a:t>
            </a: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FF50F9F-3030-09AA-1341-B0448A8C4A92}"/>
              </a:ext>
            </a:extLst>
          </p:cNvPr>
          <p:cNvSpPr txBox="1">
            <a:spLocks/>
          </p:cNvSpPr>
          <p:nvPr/>
        </p:nvSpPr>
        <p:spPr>
          <a:xfrm>
            <a:off x="167054" y="173541"/>
            <a:ext cx="3746855" cy="637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4000" b="1" dirty="0"/>
              <a:t>Bottom line</a:t>
            </a:r>
            <a:endParaRPr lang="en-NL" sz="4000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C0405A-1FE9-3C49-C9D5-93C7AA3450AC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</a:pPr>
            <a:fld id="{6B729233-A4E5-4286-907E-3ABE909BBBEB}" type="slidenum">
              <a:rPr lang="nl-NL" sz="1000" b="0" u="none" strike="noStrike" smtClean="0">
                <a:solidFill>
                  <a:srgbClr val="003741"/>
                </a:solidFill>
                <a:effectLst/>
                <a:uFillTx/>
                <a:latin typeface="Trebuchet MS Standaard"/>
              </a:rPr>
              <a:t>22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6106224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D0D6D-5303-735F-2F7E-3D1731767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FC04691-E8A8-E0B9-FA1E-F88D22F11452}"/>
              </a:ext>
            </a:extLst>
          </p:cNvPr>
          <p:cNvSpPr txBox="1"/>
          <p:nvPr/>
        </p:nvSpPr>
        <p:spPr>
          <a:xfrm>
            <a:off x="1614739" y="1417588"/>
            <a:ext cx="591452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/>
              <a:t>In time-to-event endpoints, time alignment for treatment groups is crucial (but not always straightforward)</a:t>
            </a:r>
            <a:br>
              <a:rPr lang="en-US" dirty="0"/>
            </a:br>
            <a:endParaRPr lang="en-US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/>
              <a:t>For our ATT approach, this alignment is embedded in the matching procedure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/>
              <a:t>Matching without replacement inherently results in variability, which should be explored and reported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AD48BCF-1D8A-86BB-160D-688739069E23}"/>
              </a:ext>
            </a:extLst>
          </p:cNvPr>
          <p:cNvSpPr txBox="1">
            <a:spLocks/>
          </p:cNvSpPr>
          <p:nvPr/>
        </p:nvSpPr>
        <p:spPr>
          <a:xfrm>
            <a:off x="167054" y="173541"/>
            <a:ext cx="3746855" cy="637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4000" b="1" dirty="0"/>
              <a:t>Bottom line</a:t>
            </a:r>
            <a:endParaRPr lang="en-NL" sz="4000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5B1D0F-CE4B-C253-DDF7-FA197D5EC99C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</a:pPr>
            <a:fld id="{6B729233-A4E5-4286-907E-3ABE909BBBEB}" type="slidenum">
              <a:rPr lang="nl-NL" sz="1000" b="0" u="none" strike="noStrike" smtClean="0">
                <a:solidFill>
                  <a:srgbClr val="003741"/>
                </a:solidFill>
                <a:effectLst/>
                <a:uFillTx/>
                <a:latin typeface="Trebuchet MS Standaard"/>
              </a:rPr>
              <a:t>23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589569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0CE87-E1D4-B303-677C-754ADF4B3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FDF3EBA9-6DFF-60FE-9F1C-EE9A52FC714F}"/>
              </a:ext>
            </a:extLst>
          </p:cNvPr>
          <p:cNvSpPr txBox="1">
            <a:spLocks/>
          </p:cNvSpPr>
          <p:nvPr/>
        </p:nvSpPr>
        <p:spPr>
          <a:xfrm>
            <a:off x="167054" y="173541"/>
            <a:ext cx="3746855" cy="637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4000" b="1" dirty="0" err="1"/>
              <a:t>Questions</a:t>
            </a:r>
            <a:endParaRPr lang="en-NL" sz="40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A5AE55-ED66-33CE-26D8-F9F63446D3DF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</a:pPr>
            <a:fld id="{6B729233-A4E5-4286-907E-3ABE909BBBEB}" type="slidenum">
              <a:rPr lang="nl-NL" sz="1000" b="0" u="none" strike="noStrike" smtClean="0">
                <a:solidFill>
                  <a:srgbClr val="003741"/>
                </a:solidFill>
                <a:effectLst/>
                <a:uFillTx/>
                <a:latin typeface="Trebuchet MS Standaard"/>
              </a:rPr>
              <a:t>24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908485A-D825-0704-5BBE-43FC68ABDD15}"/>
              </a:ext>
            </a:extLst>
          </p:cNvPr>
          <p:cNvSpPr txBox="1"/>
          <p:nvPr/>
        </p:nvSpPr>
        <p:spPr>
          <a:xfrm>
            <a:off x="1654653" y="2130798"/>
            <a:ext cx="212667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/>
              <a:t>Marjo van der Knaap</a:t>
            </a:r>
          </a:p>
          <a:p>
            <a:r>
              <a:rPr lang="nl-NL" dirty="0"/>
              <a:t>Romy van Voorst</a:t>
            </a:r>
          </a:p>
          <a:p>
            <a:r>
              <a:rPr lang="nl-NL" dirty="0"/>
              <a:t>Rik van Eekelen</a:t>
            </a:r>
          </a:p>
          <a:p>
            <a:r>
              <a:rPr lang="nl-NL" dirty="0"/>
              <a:t>Johannes Berkhof</a:t>
            </a:r>
          </a:p>
          <a:p>
            <a:r>
              <a:rPr lang="nl-NL" dirty="0"/>
              <a:t>Merel Postema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77B033-3B97-C605-FC85-F655C3C656B3}"/>
              </a:ext>
            </a:extLst>
          </p:cNvPr>
          <p:cNvSpPr txBox="1"/>
          <p:nvPr/>
        </p:nvSpPr>
        <p:spPr>
          <a:xfrm>
            <a:off x="5145997" y="2130118"/>
            <a:ext cx="197427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/>
              <a:t>Marjan Steenweg</a:t>
            </a:r>
          </a:p>
          <a:p>
            <a:r>
              <a:rPr lang="nl-NL" dirty="0"/>
              <a:t>Eline Hamilton</a:t>
            </a:r>
          </a:p>
          <a:p>
            <a:r>
              <a:rPr lang="nl-NL" dirty="0"/>
              <a:t>Renate Verbeek</a:t>
            </a:r>
          </a:p>
          <a:p>
            <a:r>
              <a:rPr lang="nl-NL" dirty="0"/>
              <a:t>Marije Voermans</a:t>
            </a:r>
          </a:p>
          <a:p>
            <a:r>
              <a:rPr lang="nl-NL" dirty="0"/>
              <a:t>Nicole Wolf</a:t>
            </a:r>
            <a:endParaRPr lang="en-NL" dirty="0"/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9162EC3C-889E-113C-7DAC-CBF4F9A10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054" y="1120226"/>
            <a:ext cx="5507665" cy="830552"/>
          </a:xfrm>
        </p:spPr>
        <p:txBody>
          <a:bodyPr/>
          <a:lstStyle/>
          <a:p>
            <a:r>
              <a:rPr lang="nl-NL" sz="2000" dirty="0" err="1">
                <a:latin typeface="+mn-lt"/>
              </a:rPr>
              <a:t>Thank</a:t>
            </a:r>
            <a:r>
              <a:rPr lang="nl-NL" sz="2000" dirty="0">
                <a:latin typeface="+mn-lt"/>
              </a:rPr>
              <a:t> </a:t>
            </a:r>
            <a:r>
              <a:rPr lang="nl-NL" sz="2000" dirty="0" err="1">
                <a:latin typeface="+mn-lt"/>
              </a:rPr>
              <a:t>you</a:t>
            </a:r>
            <a:r>
              <a:rPr lang="nl-NL" sz="2000" dirty="0">
                <a:latin typeface="+mn-lt"/>
              </a:rPr>
              <a:t> </a:t>
            </a:r>
            <a:r>
              <a:rPr lang="nl-NL" sz="2000" dirty="0" err="1">
                <a:latin typeface="+mn-lt"/>
              </a:rPr>
              <a:t>to</a:t>
            </a:r>
            <a:r>
              <a:rPr lang="nl-NL" sz="2000" dirty="0">
                <a:latin typeface="+mn-lt"/>
              </a:rPr>
              <a:t> </a:t>
            </a:r>
            <a:r>
              <a:rPr lang="nl-NL" sz="2000" dirty="0" err="1">
                <a:latin typeface="+mn-lt"/>
              </a:rPr>
              <a:t>the</a:t>
            </a:r>
            <a:r>
              <a:rPr lang="nl-NL" sz="2000" dirty="0">
                <a:latin typeface="+mn-lt"/>
              </a:rPr>
              <a:t> VWM trial &amp; VWM </a:t>
            </a:r>
            <a:r>
              <a:rPr lang="nl-NL" sz="2000" dirty="0" err="1">
                <a:latin typeface="+mn-lt"/>
              </a:rPr>
              <a:t>registry</a:t>
            </a:r>
            <a:r>
              <a:rPr lang="nl-NL" sz="2000" dirty="0">
                <a:latin typeface="+mn-lt"/>
              </a:rPr>
              <a:t> team:</a:t>
            </a:r>
          </a:p>
        </p:txBody>
      </p:sp>
    </p:spTree>
    <p:extLst>
      <p:ext uri="{BB962C8B-B14F-4D97-AF65-F5344CB8AC3E}">
        <p14:creationId xmlns:p14="http://schemas.microsoft.com/office/powerpoint/2010/main" val="23879006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2AE75-93F0-40B3-D82D-3FF2239C4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55DB334-35BE-8593-58BA-DE9CFC289A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8467" y="414057"/>
            <a:ext cx="3051000" cy="2034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FE2DCDA-112D-5559-3D80-D9D2441C8B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227226" y="42862"/>
            <a:ext cx="593545" cy="48157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9360F32-1B6F-8C3E-C782-C57388C1A599}"/>
              </a:ext>
            </a:extLst>
          </p:cNvPr>
          <p:cNvGrpSpPr/>
          <p:nvPr/>
        </p:nvGrpSpPr>
        <p:grpSpPr>
          <a:xfrm>
            <a:off x="1089859" y="-46711"/>
            <a:ext cx="5949208" cy="2800507"/>
            <a:chOff x="1089859" y="-46711"/>
            <a:chExt cx="5949208" cy="2800507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9FB46BB1-EC94-DBC5-7407-D9E7AE479AA4}"/>
                </a:ext>
              </a:extLst>
            </p:cNvPr>
            <p:cNvGrpSpPr/>
            <p:nvPr/>
          </p:nvGrpSpPr>
          <p:grpSpPr>
            <a:xfrm>
              <a:off x="1089859" y="-46711"/>
              <a:ext cx="5949208" cy="2800507"/>
              <a:chOff x="1089859" y="-46711"/>
              <a:chExt cx="5949208" cy="2800507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7AB72DD-DB5A-5EB4-E3F3-87B5B56D282D}"/>
                  </a:ext>
                </a:extLst>
              </p:cNvPr>
              <p:cNvSpPr txBox="1"/>
              <p:nvPr/>
            </p:nvSpPr>
            <p:spPr>
              <a:xfrm>
                <a:off x="1324634" y="131819"/>
                <a:ext cx="2015637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nl-NL" sz="1500" b="1" dirty="0"/>
                  <a:t>Database timeline</a:t>
                </a:r>
                <a:endParaRPr lang="en-NL" sz="1500" b="1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FEB3831-E5CC-26E2-01A5-43A4E0D7A3BA}"/>
                  </a:ext>
                </a:extLst>
              </p:cNvPr>
              <p:cNvSpPr txBox="1"/>
              <p:nvPr/>
            </p:nvSpPr>
            <p:spPr>
              <a:xfrm>
                <a:off x="1301733" y="2430631"/>
                <a:ext cx="2323694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nl-NL" sz="1500" b="1" dirty="0"/>
                  <a:t>Re-</a:t>
                </a:r>
                <a:r>
                  <a:rPr lang="nl-NL" sz="1500" b="1" dirty="0" err="1"/>
                  <a:t>definition</a:t>
                </a:r>
                <a:r>
                  <a:rPr lang="nl-NL" sz="1500" b="1" dirty="0"/>
                  <a:t> of time </a:t>
                </a:r>
                <a:r>
                  <a:rPr lang="nl-NL" sz="1500" b="1" dirty="0" err="1"/>
                  <a:t>axis</a:t>
                </a:r>
                <a:endParaRPr lang="en-NL" sz="1500" b="1" dirty="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CE8A0AA-93F6-BD04-64BE-858DB76A3F4B}"/>
                  </a:ext>
                </a:extLst>
              </p:cNvPr>
              <p:cNvSpPr txBox="1"/>
              <p:nvPr/>
            </p:nvSpPr>
            <p:spPr>
              <a:xfrm>
                <a:off x="4498974" y="131819"/>
                <a:ext cx="2540093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nl-NL" sz="1500" b="1" dirty="0"/>
                  <a:t>Time </a:t>
                </a:r>
                <a:r>
                  <a:rPr lang="nl-NL" sz="1500" b="1" dirty="0" err="1"/>
                  <a:t>since</a:t>
                </a:r>
                <a:r>
                  <a:rPr lang="nl-NL" sz="1500" b="1" dirty="0"/>
                  <a:t> </a:t>
                </a:r>
                <a:r>
                  <a:rPr lang="nl-NL" sz="1500" b="1" dirty="0" err="1"/>
                  <a:t>eligibility</a:t>
                </a:r>
                <a:r>
                  <a:rPr lang="nl-NL" sz="1500" b="1" dirty="0"/>
                  <a:t> timeline</a:t>
                </a:r>
                <a:endParaRPr lang="en-NL" sz="1500" b="1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A058FA3-786F-0539-2261-D634FEACEF6A}"/>
                  </a:ext>
                </a:extLst>
              </p:cNvPr>
              <p:cNvSpPr txBox="1"/>
              <p:nvPr/>
            </p:nvSpPr>
            <p:spPr>
              <a:xfrm>
                <a:off x="1089859" y="-46711"/>
                <a:ext cx="297767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nl-NL" sz="1500" b="1" dirty="0"/>
                  <a:t>A</a:t>
                </a:r>
                <a:endParaRPr lang="en-NL" sz="1500" b="1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684BCBB-948D-3FCE-9C80-F91F558FBD0B}"/>
                  </a:ext>
                </a:extLst>
              </p:cNvPr>
              <p:cNvSpPr txBox="1"/>
              <p:nvPr/>
            </p:nvSpPr>
            <p:spPr>
              <a:xfrm>
                <a:off x="4317727" y="-46711"/>
                <a:ext cx="297767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nl-NL" sz="1500" b="1" dirty="0"/>
                  <a:t>B</a:t>
                </a:r>
                <a:endParaRPr lang="en-NL" sz="1500" b="1" dirty="0"/>
              </a:p>
            </p:txBody>
          </p: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FD0D09C-C4D5-E8F2-A58F-1FABBB9CD05E}"/>
                </a:ext>
              </a:extLst>
            </p:cNvPr>
            <p:cNvSpPr txBox="1"/>
            <p:nvPr/>
          </p:nvSpPr>
          <p:spPr>
            <a:xfrm>
              <a:off x="1152850" y="2248585"/>
              <a:ext cx="297767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500" b="1" dirty="0"/>
                <a:t>C</a:t>
              </a:r>
              <a:endParaRPr lang="en-NL" sz="1500" b="1" dirty="0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142D9E14-AF51-7C90-A434-03A6E4D2D7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80" t="90172" r="13038" b="3173"/>
          <a:stretch>
            <a:fillRect/>
          </a:stretch>
        </p:blipFill>
        <p:spPr>
          <a:xfrm>
            <a:off x="2604655" y="4853136"/>
            <a:ext cx="3532238" cy="243348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090E144-4D3F-3C77-9EFD-C14D04BEB395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</a:pPr>
            <a:fld id="{6B729233-A4E5-4286-907E-3ABE909BBBEB}" type="slidenum">
              <a:rPr lang="nl-NL" sz="1000" b="0" u="none" strike="noStrike" smtClean="0">
                <a:solidFill>
                  <a:srgbClr val="003741"/>
                </a:solidFill>
                <a:effectLst/>
                <a:uFillTx/>
                <a:latin typeface="Trebuchet MS Standaard"/>
              </a:rPr>
              <a:t>25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4513107-8E2B-8FD5-4212-926A0583C2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7226" y="413146"/>
            <a:ext cx="3051000" cy="2034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2EE8EB7-A68A-6EBF-8803-635F282F1CB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8467" y="2753796"/>
            <a:ext cx="3051000" cy="203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73073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9C4C3E9-D13E-D1BA-8743-EDF6B2DA28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2850" y="454984"/>
            <a:ext cx="3045600" cy="20304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47ADDD0-463E-ECDA-4D68-972A816693E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227226" y="42862"/>
            <a:ext cx="689547" cy="6670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F6C72C3-B788-AC88-356F-DE40BF8F9A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6173" y="454984"/>
            <a:ext cx="3045600" cy="2030400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37E6C774-C89A-0AC7-BE3C-4B394FE6D3D4}"/>
              </a:ext>
            </a:extLst>
          </p:cNvPr>
          <p:cNvGrpSpPr/>
          <p:nvPr/>
        </p:nvGrpSpPr>
        <p:grpSpPr>
          <a:xfrm>
            <a:off x="1089859" y="-46711"/>
            <a:ext cx="5948191" cy="2800507"/>
            <a:chOff x="1089859" y="-46711"/>
            <a:chExt cx="5948191" cy="2800507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F9C572C9-89D3-15C3-5495-11D51B2CAE84}"/>
                </a:ext>
              </a:extLst>
            </p:cNvPr>
            <p:cNvGrpSpPr/>
            <p:nvPr/>
          </p:nvGrpSpPr>
          <p:grpSpPr>
            <a:xfrm>
              <a:off x="1089859" y="-46711"/>
              <a:ext cx="5948191" cy="2800507"/>
              <a:chOff x="1089859" y="-46711"/>
              <a:chExt cx="5948191" cy="2800507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45F7869-C02B-6496-3BB2-8D9CA4225F49}"/>
                  </a:ext>
                </a:extLst>
              </p:cNvPr>
              <p:cNvSpPr txBox="1"/>
              <p:nvPr/>
            </p:nvSpPr>
            <p:spPr>
              <a:xfrm>
                <a:off x="1324634" y="131819"/>
                <a:ext cx="2015637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nl-NL" sz="1500" b="1" dirty="0"/>
                  <a:t>Database timeline</a:t>
                </a:r>
                <a:endParaRPr lang="en-NL" sz="1500" b="1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CEE04F8-5994-1B86-F3F7-E1AE4ED5D1A9}"/>
                  </a:ext>
                </a:extLst>
              </p:cNvPr>
              <p:cNvSpPr txBox="1"/>
              <p:nvPr/>
            </p:nvSpPr>
            <p:spPr>
              <a:xfrm>
                <a:off x="1301733" y="2430631"/>
                <a:ext cx="2323694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nl-NL" sz="1500" b="1" dirty="0"/>
                  <a:t>Re-</a:t>
                </a:r>
                <a:r>
                  <a:rPr lang="nl-NL" sz="1500" b="1" dirty="0" err="1"/>
                  <a:t>definition</a:t>
                </a:r>
                <a:r>
                  <a:rPr lang="nl-NL" sz="1500" b="1" dirty="0"/>
                  <a:t> of time </a:t>
                </a:r>
                <a:r>
                  <a:rPr lang="nl-NL" sz="1500" b="1" dirty="0" err="1"/>
                  <a:t>axis</a:t>
                </a:r>
                <a:endParaRPr lang="en-NL" sz="1500" b="1" dirty="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EB45A27-5304-B4C3-310E-E893779860B1}"/>
                  </a:ext>
                </a:extLst>
              </p:cNvPr>
              <p:cNvSpPr txBox="1"/>
              <p:nvPr/>
            </p:nvSpPr>
            <p:spPr>
              <a:xfrm>
                <a:off x="4498974" y="131819"/>
                <a:ext cx="253907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nl-NL" sz="1500" b="1" dirty="0"/>
                  <a:t>Time </a:t>
                </a:r>
                <a:r>
                  <a:rPr lang="nl-NL" sz="1500" b="1" dirty="0" err="1"/>
                  <a:t>since</a:t>
                </a:r>
                <a:r>
                  <a:rPr lang="nl-NL" sz="1500" b="1" dirty="0"/>
                  <a:t> </a:t>
                </a:r>
                <a:r>
                  <a:rPr lang="nl-NL" sz="1500" b="1" dirty="0" err="1"/>
                  <a:t>eligibility</a:t>
                </a:r>
                <a:r>
                  <a:rPr lang="nl-NL" sz="1500" b="1" dirty="0"/>
                  <a:t> timeline</a:t>
                </a:r>
                <a:endParaRPr lang="en-NL" sz="1500" b="1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BD8F305-750F-9E79-2489-19FDBEA078E9}"/>
                  </a:ext>
                </a:extLst>
              </p:cNvPr>
              <p:cNvSpPr txBox="1"/>
              <p:nvPr/>
            </p:nvSpPr>
            <p:spPr>
              <a:xfrm>
                <a:off x="1089859" y="-46711"/>
                <a:ext cx="297767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nl-NL" sz="1500" b="1" dirty="0"/>
                  <a:t>A</a:t>
                </a:r>
                <a:endParaRPr lang="en-NL" sz="1500" b="1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AC022C8-66B8-B3FC-4726-8E5679028407}"/>
                  </a:ext>
                </a:extLst>
              </p:cNvPr>
              <p:cNvSpPr txBox="1"/>
              <p:nvPr/>
            </p:nvSpPr>
            <p:spPr>
              <a:xfrm>
                <a:off x="4317727" y="-46711"/>
                <a:ext cx="297767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nl-NL" sz="1500" b="1" dirty="0"/>
                  <a:t>B</a:t>
                </a:r>
                <a:endParaRPr lang="en-NL" sz="1500" b="1" dirty="0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DFF2E83-B79A-F609-CB46-5010FE8A20DC}"/>
                  </a:ext>
                </a:extLst>
              </p:cNvPr>
              <p:cNvSpPr txBox="1"/>
              <p:nvPr/>
            </p:nvSpPr>
            <p:spPr>
              <a:xfrm>
                <a:off x="1152850" y="2248585"/>
                <a:ext cx="297767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nl-NL" sz="1500" b="1" dirty="0"/>
                  <a:t>C</a:t>
                </a:r>
                <a:endParaRPr lang="en-NL" sz="1500" b="1" dirty="0"/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A486BE4-895B-85D0-DB5F-BB8E1BC8EF15}"/>
                </a:ext>
              </a:extLst>
            </p:cNvPr>
            <p:cNvSpPr txBox="1"/>
            <p:nvPr/>
          </p:nvSpPr>
          <p:spPr>
            <a:xfrm>
              <a:off x="4466610" y="2430631"/>
              <a:ext cx="2323694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500" b="1" dirty="0" err="1"/>
                <a:t>Immortal</a:t>
              </a:r>
              <a:r>
                <a:rPr lang="nl-NL" sz="1500" b="1" dirty="0"/>
                <a:t>-time bias</a:t>
              </a:r>
              <a:endParaRPr lang="en-NL" sz="1500" b="1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7582BEC-B49E-F9D3-EF92-010960B6B72E}"/>
                </a:ext>
              </a:extLst>
            </p:cNvPr>
            <p:cNvSpPr txBox="1"/>
            <p:nvPr/>
          </p:nvSpPr>
          <p:spPr>
            <a:xfrm>
              <a:off x="4317727" y="2248585"/>
              <a:ext cx="297767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500" b="1" dirty="0"/>
                <a:t>D</a:t>
              </a:r>
              <a:endParaRPr lang="en-NL" sz="1500" b="1" dirty="0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A6A1727C-00AE-A367-7B87-D8CA2EB5CC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27" t="88749" b="1765"/>
          <a:stretch>
            <a:fillRect/>
          </a:stretch>
        </p:blipFill>
        <p:spPr>
          <a:xfrm>
            <a:off x="2234551" y="4796515"/>
            <a:ext cx="4272445" cy="346985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D327D58-DFFF-2F30-D91F-BD0C1022C611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</a:pPr>
            <a:fld id="{6B729233-A4E5-4286-907E-3ABE909BBBEB}" type="slidenum">
              <a:rPr lang="nl-NL" sz="1000" b="0" u="none" strike="noStrike" smtClean="0">
                <a:solidFill>
                  <a:srgbClr val="003741"/>
                </a:solidFill>
                <a:effectLst/>
                <a:uFillTx/>
                <a:latin typeface="Trebuchet MS Standaard"/>
              </a:rPr>
              <a:t>26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ACAB69D-BB62-4B6E-4900-710657DA4C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2850" y="2753346"/>
            <a:ext cx="3045600" cy="20304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0111E60-AAAA-39C9-DA5E-B4A1A604AD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0773" y="2759955"/>
            <a:ext cx="3045600" cy="203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67126"/>
      </p:ext>
    </p:extLst>
  </p:cSld>
  <p:clrMapOvr>
    <a:masterClrMapping/>
  </p:clrMapOvr>
</p:sld>
</file>

<file path=ppt/theme/theme1.xml><?xml version="1.0" encoding="utf-8"?>
<a:theme xmlns:a="http://schemas.openxmlformats.org/drawingml/2006/main" name="PP Template UMC 16-9 Engels">
  <a:themeElements>
    <a:clrScheme name="Aangepast 3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antoor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 Template UMC 16-9 Engels</Template>
  <TotalTime>4491</TotalTime>
  <Words>602</Words>
  <Application>Microsoft Office PowerPoint</Application>
  <PresentationFormat>On-screen Show (16:9)</PresentationFormat>
  <Paragraphs>184</Paragraphs>
  <Slides>26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5" baseType="lpstr">
      <vt:lpstr>Arial</vt:lpstr>
      <vt:lpstr>Calibri</vt:lpstr>
      <vt:lpstr>Symbol</vt:lpstr>
      <vt:lpstr>Times New Roman</vt:lpstr>
      <vt:lpstr>Trebuchet MS</vt:lpstr>
      <vt:lpstr>Trebuchet MS Standaard</vt:lpstr>
      <vt:lpstr>Univers 45 Light</vt:lpstr>
      <vt:lpstr>Wingdings</vt:lpstr>
      <vt:lpstr>PP Template UMC 16-9 Engels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 to the VWM trial &amp; VWM registry team:</vt:lpstr>
      <vt:lpstr>PowerPoint Presentation</vt:lpstr>
      <vt:lpstr>PowerPoint Presentation</vt:lpstr>
    </vt:vector>
  </TitlesOfParts>
  <Company>VU medisch centrum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presentatie</dc:title>
  <dc:subject/>
  <dc:creator>Kerssens, Inge</dc:creator>
  <dc:description/>
  <cp:lastModifiedBy>Gonzato, E. (Elia)</cp:lastModifiedBy>
  <cp:revision>245</cp:revision>
  <cp:lastPrinted>2018-06-28T09:19:40Z</cp:lastPrinted>
  <dcterms:created xsi:type="dcterms:W3CDTF">2018-06-14T08:56:31Z</dcterms:created>
  <dcterms:modified xsi:type="dcterms:W3CDTF">2026-08-12T13:55:26Z</dcterms:modified>
  <dc:language>nl-NL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18</vt:i4>
  </property>
  <property fmtid="{D5CDD505-2E9C-101B-9397-08002B2CF9AE}" pid="3" name="PresentationFormat">
    <vt:lpwstr>On-screen Show (16:9)</vt:lpwstr>
  </property>
  <property fmtid="{D5CDD505-2E9C-101B-9397-08002B2CF9AE}" pid="4" name="Slides">
    <vt:i4>20</vt:i4>
  </property>
</Properties>
</file>